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5" r:id="rId2"/>
  </p:sldIdLst>
  <p:sldSz cx="12192000" cy="6858000"/>
  <p:notesSz cx="6858000" cy="9144000"/>
  <p:defaultTextStyle>
    <a:defPPr>
      <a:defRPr lang="en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8385"/>
    <a:srgbClr val="D68E6A"/>
    <a:srgbClr val="7F7F7F"/>
    <a:srgbClr val="8E8D8F"/>
    <a:srgbClr val="474C50"/>
    <a:srgbClr val="EAF3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281"/>
    <p:restoredTop sz="91180"/>
  </p:normalViewPr>
  <p:slideViewPr>
    <p:cSldViewPr snapToGrid="0" showGuides="1">
      <p:cViewPr varScale="1">
        <p:scale>
          <a:sx n="138" d="100"/>
          <a:sy n="138" d="100"/>
        </p:scale>
        <p:origin x="1824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DB9A80-4172-6C4B-9FA9-C1F02B8E6953}" type="datetimeFigureOut">
              <a:rPr lang="en-ES" smtClean="0"/>
              <a:t>25/3/26</a:t>
            </a:fld>
            <a:endParaRPr lang="en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B6DECA-0B12-7C4C-856B-B7E838258C1B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830511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3F946-D872-54B3-FDC5-6909D3D899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FD2BED-F2B3-431C-157D-21C8351A4D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23945E-51CD-63F2-5E2A-76902F51E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26ECC-BB91-974B-ADB0-5DAC5F80ABFB}" type="datetimeFigureOut">
              <a:rPr lang="en-ES" smtClean="0"/>
              <a:t>25/3/26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B4AD96-7A0C-1707-56F9-EB2BE586B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4300BD-0B5D-D726-2B34-B98254022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21580-6F8F-2C4D-9ABB-5F60D10F0B83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79587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45234-262B-B987-A88D-2E5AA5390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9B090-83A3-12E4-CE42-CEB3D798F1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19DDA6-4613-21BB-9D1D-07B3928CD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26ECC-BB91-974B-ADB0-5DAC5F80ABFB}" type="datetimeFigureOut">
              <a:rPr lang="en-ES" smtClean="0"/>
              <a:t>25/3/26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FE5D79-ACCB-E282-2096-EB7DFF6F0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78AB4E-0C86-25EB-7967-674476754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21580-6F8F-2C4D-9ABB-5F60D10F0B83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581019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010D7-B3D3-44D9-81B0-408652757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CC94E5-CBF9-F0DD-3E86-815A140249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4AC2D9-F19A-C8E2-FAD3-876DDCFAC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26ECC-BB91-974B-ADB0-5DAC5F80ABFB}" type="datetimeFigureOut">
              <a:rPr lang="en-ES" smtClean="0"/>
              <a:t>25/3/26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E8FD1F-F651-213A-CE9C-175EE282B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45CAC1-C55F-C04D-3472-36FFE9AFE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21580-6F8F-2C4D-9ABB-5F60D10F0B83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4240562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0CE81-F8F8-4FD8-65A6-E0FD8921B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5E0F7-4B48-51F5-EF18-2E15B16263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41BE57-573C-C3D0-E9AB-D661E3B5DE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E2E263-570C-0BA1-73BB-3BD9D13F7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26ECC-BB91-974B-ADB0-5DAC5F80ABFB}" type="datetimeFigureOut">
              <a:rPr lang="en-ES" smtClean="0"/>
              <a:t>25/3/26</a:t>
            </a:fld>
            <a:endParaRPr lang="en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252096-36C4-F303-5EE9-3A20D2503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D3DBCF-F978-E341-CADE-21E42C766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21580-6F8F-2C4D-9ABB-5F60D10F0B83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850024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D05BF-7040-EDF1-DB5C-93065F710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7097F5-09EE-1E8B-67DC-BE66DFCFBD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5A2A2B-2466-B98A-2D73-FD59359061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206E5C-4FF6-3B96-9EC7-48A3FD0EEE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84FC8-5791-03E0-284E-D1100EF32C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4F3A89-C1CC-F895-AF48-3303CF364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26ECC-BB91-974B-ADB0-5DAC5F80ABFB}" type="datetimeFigureOut">
              <a:rPr lang="en-ES" smtClean="0"/>
              <a:t>25/3/26</a:t>
            </a:fld>
            <a:endParaRPr lang="en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C5129D-CA66-221A-3FC6-0348A7BCD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333309-47B6-426F-8C5F-C637B98A2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21580-6F8F-2C4D-9ABB-5F60D10F0B83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2245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5A2A5-06AE-2581-A363-8E24C871B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09C18D-E5D0-8AD0-50EC-3429D7C75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26ECC-BB91-974B-ADB0-5DAC5F80ABFB}" type="datetimeFigureOut">
              <a:rPr lang="en-ES" smtClean="0"/>
              <a:t>25/3/26</a:t>
            </a:fld>
            <a:endParaRPr lang="en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6109D6-26E0-8F42-21C5-99AABA84E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151C33-FF15-7842-3E25-23F99D21A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21580-6F8F-2C4D-9ABB-5F60D10F0B83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995253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1EC19A-D679-73AA-9925-05DC1C1BD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26ECC-BB91-974B-ADB0-5DAC5F80ABFB}" type="datetimeFigureOut">
              <a:rPr lang="en-ES" smtClean="0"/>
              <a:t>25/3/26</a:t>
            </a:fld>
            <a:endParaRPr lang="en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CF5B29-6734-7AF2-19C8-ADD473A04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3C9B5F-7BD0-FD01-4631-FC3F3BA88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21580-6F8F-2C4D-9ABB-5F60D10F0B83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424187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8709B-02FC-D6F4-726C-CFC18AD39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9600F-9701-DEFD-2C80-A52B9868E5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E54EC5-258A-F39E-807A-9FC95E2956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8B1749-B2A4-820A-703F-186DE2EDE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26ECC-BB91-974B-ADB0-5DAC5F80ABFB}" type="datetimeFigureOut">
              <a:rPr lang="en-ES" smtClean="0"/>
              <a:t>25/3/26</a:t>
            </a:fld>
            <a:endParaRPr lang="en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08A9A1-1212-37C1-0144-F53B2CDFE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83F2E0-280E-CB2D-B9D7-3ECC8400C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21580-6F8F-2C4D-9ABB-5F60D10F0B83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4150374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9B7B7-1DF5-55DD-8CE5-3915C06AC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084F4A-6EDC-8FC1-F70A-628A61ADFA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8963E6-A886-0FBB-5134-AC242BE225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ADE714-9150-8A2A-87E7-7668C11CD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26ECC-BB91-974B-ADB0-5DAC5F80ABFB}" type="datetimeFigureOut">
              <a:rPr lang="en-ES" smtClean="0"/>
              <a:t>25/3/26</a:t>
            </a:fld>
            <a:endParaRPr lang="en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42294D-B70D-181D-9786-86070CE80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B3035C-4EE5-1E96-C16D-95816D86D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21580-6F8F-2C4D-9ABB-5F60D10F0B83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799247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1F196-F759-C6E4-0117-FDE162934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890E99-C92E-02E6-9230-D69BD755E1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08426B-2BBF-0CFB-1AE6-ACA2703D2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26ECC-BB91-974B-ADB0-5DAC5F80ABFB}" type="datetimeFigureOut">
              <a:rPr lang="en-ES" smtClean="0"/>
              <a:t>25/3/26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796C4C-B88D-0718-35C0-97C6A63E1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49FF6F-C716-3904-51CB-6E34DAAB5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21580-6F8F-2C4D-9ABB-5F60D10F0B83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134339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981FEA-E726-57E6-BEBB-7CB0A9C390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6FF558-6FB4-EE3A-C1D3-4729DAC984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23A8BF-4E77-2E69-DA61-BC6D49C41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26ECC-BB91-974B-ADB0-5DAC5F80ABFB}" type="datetimeFigureOut">
              <a:rPr lang="en-ES" smtClean="0"/>
              <a:t>25/3/26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4B005-1432-3C0D-E252-9F8339FD4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92A276-C077-4008-2784-D9EE350C4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21580-6F8F-2C4D-9ABB-5F60D10F0B83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25123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4E5C0B-AAF1-A26F-2CE9-F9717D691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984654-62B6-3674-ABF3-B776DE0832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6BD1E8-2A5D-9FCD-909C-C924F60BD7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D26ECC-BB91-974B-ADB0-5DAC5F80ABFB}" type="datetimeFigureOut">
              <a:rPr lang="en-ES" smtClean="0"/>
              <a:t>25/3/26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D6EEF-82A8-D02F-018A-9F6E1415C0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85F87E-FB73-9C4C-1C2B-7AC8EFB2E1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421580-6F8F-2C4D-9ABB-5F60D10F0B83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076521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A5CA7-B933-38A3-9686-EE5D69CB2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92A54CCC-E2D8-DE17-C071-14E35B35875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26217" y="-31977"/>
            <a:ext cx="1731163" cy="1731163"/>
          </a:xfrm>
          <a:prstGeom prst="rect">
            <a:avLst/>
          </a:prstGeom>
        </p:spPr>
      </p:pic>
      <p:sp>
        <p:nvSpPr>
          <p:cNvPr id="42" name="Freeform 41">
            <a:extLst>
              <a:ext uri="{FF2B5EF4-FFF2-40B4-BE49-F238E27FC236}">
                <a16:creationId xmlns:a16="http://schemas.microsoft.com/office/drawing/2014/main" id="{89B4D133-9166-51C5-20BB-42D60007BACA}"/>
              </a:ext>
            </a:extLst>
          </p:cNvPr>
          <p:cNvSpPr/>
          <p:nvPr/>
        </p:nvSpPr>
        <p:spPr>
          <a:xfrm>
            <a:off x="8534400" y="921464"/>
            <a:ext cx="1990725" cy="1199153"/>
          </a:xfrm>
          <a:custGeom>
            <a:avLst/>
            <a:gdLst>
              <a:gd name="connsiteX0" fmla="*/ 0 w 1990725"/>
              <a:gd name="connsiteY0" fmla="*/ 561975 h 1295400"/>
              <a:gd name="connsiteX1" fmla="*/ 57150 w 1990725"/>
              <a:gd name="connsiteY1" fmla="*/ 600075 h 1295400"/>
              <a:gd name="connsiteX2" fmla="*/ 1209675 w 1990725"/>
              <a:gd name="connsiteY2" fmla="*/ 1295400 h 1295400"/>
              <a:gd name="connsiteX3" fmla="*/ 1352550 w 1990725"/>
              <a:gd name="connsiteY3" fmla="*/ 771525 h 1295400"/>
              <a:gd name="connsiteX4" fmla="*/ 1990725 w 1990725"/>
              <a:gd name="connsiteY4" fmla="*/ 0 h 1295400"/>
              <a:gd name="connsiteX5" fmla="*/ 171450 w 1990725"/>
              <a:gd name="connsiteY5" fmla="*/ 190500 h 1295400"/>
              <a:gd name="connsiteX6" fmla="*/ 381000 w 1990725"/>
              <a:gd name="connsiteY6" fmla="*/ 295275 h 1295400"/>
              <a:gd name="connsiteX7" fmla="*/ 381000 w 1990725"/>
              <a:gd name="connsiteY7" fmla="*/ 523875 h 1295400"/>
              <a:gd name="connsiteX8" fmla="*/ 266700 w 1990725"/>
              <a:gd name="connsiteY8" fmla="*/ 638175 h 1295400"/>
              <a:gd name="connsiteX9" fmla="*/ 104775 w 1990725"/>
              <a:gd name="connsiteY9" fmla="*/ 609600 h 1295400"/>
              <a:gd name="connsiteX10" fmla="*/ 0 w 1990725"/>
              <a:gd name="connsiteY10" fmla="*/ 561975 h 1295400"/>
              <a:gd name="connsiteX0" fmla="*/ 0 w 1990725"/>
              <a:gd name="connsiteY0" fmla="*/ 561975 h 1295400"/>
              <a:gd name="connsiteX1" fmla="*/ 57150 w 1990725"/>
              <a:gd name="connsiteY1" fmla="*/ 600075 h 1295400"/>
              <a:gd name="connsiteX2" fmla="*/ 1209675 w 1990725"/>
              <a:gd name="connsiteY2" fmla="*/ 1295400 h 1295400"/>
              <a:gd name="connsiteX3" fmla="*/ 1352550 w 1990725"/>
              <a:gd name="connsiteY3" fmla="*/ 771525 h 1295400"/>
              <a:gd name="connsiteX4" fmla="*/ 1990725 w 1990725"/>
              <a:gd name="connsiteY4" fmla="*/ 0 h 1295400"/>
              <a:gd name="connsiteX5" fmla="*/ 171450 w 1990725"/>
              <a:gd name="connsiteY5" fmla="*/ 190500 h 1295400"/>
              <a:gd name="connsiteX6" fmla="*/ 282575 w 1990725"/>
              <a:gd name="connsiteY6" fmla="*/ 244475 h 1295400"/>
              <a:gd name="connsiteX7" fmla="*/ 381000 w 1990725"/>
              <a:gd name="connsiteY7" fmla="*/ 295275 h 1295400"/>
              <a:gd name="connsiteX8" fmla="*/ 381000 w 1990725"/>
              <a:gd name="connsiteY8" fmla="*/ 523875 h 1295400"/>
              <a:gd name="connsiteX9" fmla="*/ 266700 w 1990725"/>
              <a:gd name="connsiteY9" fmla="*/ 638175 h 1295400"/>
              <a:gd name="connsiteX10" fmla="*/ 104775 w 1990725"/>
              <a:gd name="connsiteY10" fmla="*/ 609600 h 1295400"/>
              <a:gd name="connsiteX11" fmla="*/ 0 w 1990725"/>
              <a:gd name="connsiteY11" fmla="*/ 561975 h 1295400"/>
              <a:gd name="connsiteX0" fmla="*/ 0 w 1990725"/>
              <a:gd name="connsiteY0" fmla="*/ 561975 h 1295400"/>
              <a:gd name="connsiteX1" fmla="*/ 57150 w 1990725"/>
              <a:gd name="connsiteY1" fmla="*/ 600075 h 1295400"/>
              <a:gd name="connsiteX2" fmla="*/ 1209675 w 1990725"/>
              <a:gd name="connsiteY2" fmla="*/ 1295400 h 1295400"/>
              <a:gd name="connsiteX3" fmla="*/ 1352550 w 1990725"/>
              <a:gd name="connsiteY3" fmla="*/ 771525 h 1295400"/>
              <a:gd name="connsiteX4" fmla="*/ 1990725 w 1990725"/>
              <a:gd name="connsiteY4" fmla="*/ 0 h 1295400"/>
              <a:gd name="connsiteX5" fmla="*/ 171450 w 1990725"/>
              <a:gd name="connsiteY5" fmla="*/ 190500 h 1295400"/>
              <a:gd name="connsiteX6" fmla="*/ 269875 w 1990725"/>
              <a:gd name="connsiteY6" fmla="*/ 225425 h 1295400"/>
              <a:gd name="connsiteX7" fmla="*/ 381000 w 1990725"/>
              <a:gd name="connsiteY7" fmla="*/ 295275 h 1295400"/>
              <a:gd name="connsiteX8" fmla="*/ 381000 w 1990725"/>
              <a:gd name="connsiteY8" fmla="*/ 523875 h 1295400"/>
              <a:gd name="connsiteX9" fmla="*/ 266700 w 1990725"/>
              <a:gd name="connsiteY9" fmla="*/ 638175 h 1295400"/>
              <a:gd name="connsiteX10" fmla="*/ 104775 w 1990725"/>
              <a:gd name="connsiteY10" fmla="*/ 609600 h 1295400"/>
              <a:gd name="connsiteX11" fmla="*/ 0 w 1990725"/>
              <a:gd name="connsiteY11" fmla="*/ 561975 h 1295400"/>
              <a:gd name="connsiteX0" fmla="*/ 0 w 1990725"/>
              <a:gd name="connsiteY0" fmla="*/ 561975 h 1295400"/>
              <a:gd name="connsiteX1" fmla="*/ 57150 w 1990725"/>
              <a:gd name="connsiteY1" fmla="*/ 600075 h 1295400"/>
              <a:gd name="connsiteX2" fmla="*/ 1209675 w 1990725"/>
              <a:gd name="connsiteY2" fmla="*/ 1295400 h 1295400"/>
              <a:gd name="connsiteX3" fmla="*/ 1352550 w 1990725"/>
              <a:gd name="connsiteY3" fmla="*/ 771525 h 1295400"/>
              <a:gd name="connsiteX4" fmla="*/ 1990725 w 1990725"/>
              <a:gd name="connsiteY4" fmla="*/ 0 h 1295400"/>
              <a:gd name="connsiteX5" fmla="*/ 171450 w 1990725"/>
              <a:gd name="connsiteY5" fmla="*/ 190500 h 1295400"/>
              <a:gd name="connsiteX6" fmla="*/ 269875 w 1990725"/>
              <a:gd name="connsiteY6" fmla="*/ 225425 h 1295400"/>
              <a:gd name="connsiteX7" fmla="*/ 358775 w 1990725"/>
              <a:gd name="connsiteY7" fmla="*/ 311150 h 1295400"/>
              <a:gd name="connsiteX8" fmla="*/ 381000 w 1990725"/>
              <a:gd name="connsiteY8" fmla="*/ 523875 h 1295400"/>
              <a:gd name="connsiteX9" fmla="*/ 266700 w 1990725"/>
              <a:gd name="connsiteY9" fmla="*/ 638175 h 1295400"/>
              <a:gd name="connsiteX10" fmla="*/ 104775 w 1990725"/>
              <a:gd name="connsiteY10" fmla="*/ 609600 h 1295400"/>
              <a:gd name="connsiteX11" fmla="*/ 0 w 1990725"/>
              <a:gd name="connsiteY11" fmla="*/ 561975 h 1295400"/>
              <a:gd name="connsiteX0" fmla="*/ 0 w 1990725"/>
              <a:gd name="connsiteY0" fmla="*/ 561975 h 1295400"/>
              <a:gd name="connsiteX1" fmla="*/ 57150 w 1990725"/>
              <a:gd name="connsiteY1" fmla="*/ 600075 h 1295400"/>
              <a:gd name="connsiteX2" fmla="*/ 1209675 w 1990725"/>
              <a:gd name="connsiteY2" fmla="*/ 1295400 h 1295400"/>
              <a:gd name="connsiteX3" fmla="*/ 1352550 w 1990725"/>
              <a:gd name="connsiteY3" fmla="*/ 771525 h 1295400"/>
              <a:gd name="connsiteX4" fmla="*/ 1990725 w 1990725"/>
              <a:gd name="connsiteY4" fmla="*/ 0 h 1295400"/>
              <a:gd name="connsiteX5" fmla="*/ 171450 w 1990725"/>
              <a:gd name="connsiteY5" fmla="*/ 190500 h 1295400"/>
              <a:gd name="connsiteX6" fmla="*/ 269875 w 1990725"/>
              <a:gd name="connsiteY6" fmla="*/ 225425 h 1295400"/>
              <a:gd name="connsiteX7" fmla="*/ 358775 w 1990725"/>
              <a:gd name="connsiteY7" fmla="*/ 311150 h 1295400"/>
              <a:gd name="connsiteX8" fmla="*/ 361950 w 1990725"/>
              <a:gd name="connsiteY8" fmla="*/ 523875 h 1295400"/>
              <a:gd name="connsiteX9" fmla="*/ 266700 w 1990725"/>
              <a:gd name="connsiteY9" fmla="*/ 638175 h 1295400"/>
              <a:gd name="connsiteX10" fmla="*/ 104775 w 1990725"/>
              <a:gd name="connsiteY10" fmla="*/ 609600 h 1295400"/>
              <a:gd name="connsiteX11" fmla="*/ 0 w 1990725"/>
              <a:gd name="connsiteY11" fmla="*/ 561975 h 1295400"/>
              <a:gd name="connsiteX0" fmla="*/ 0 w 1990725"/>
              <a:gd name="connsiteY0" fmla="*/ 561975 h 1295400"/>
              <a:gd name="connsiteX1" fmla="*/ 57150 w 1990725"/>
              <a:gd name="connsiteY1" fmla="*/ 600075 h 1295400"/>
              <a:gd name="connsiteX2" fmla="*/ 1209675 w 1990725"/>
              <a:gd name="connsiteY2" fmla="*/ 1295400 h 1295400"/>
              <a:gd name="connsiteX3" fmla="*/ 1352550 w 1990725"/>
              <a:gd name="connsiteY3" fmla="*/ 771525 h 1295400"/>
              <a:gd name="connsiteX4" fmla="*/ 1990725 w 1990725"/>
              <a:gd name="connsiteY4" fmla="*/ 0 h 1295400"/>
              <a:gd name="connsiteX5" fmla="*/ 171450 w 1990725"/>
              <a:gd name="connsiteY5" fmla="*/ 190500 h 1295400"/>
              <a:gd name="connsiteX6" fmla="*/ 269875 w 1990725"/>
              <a:gd name="connsiteY6" fmla="*/ 225425 h 1295400"/>
              <a:gd name="connsiteX7" fmla="*/ 358775 w 1990725"/>
              <a:gd name="connsiteY7" fmla="*/ 311150 h 1295400"/>
              <a:gd name="connsiteX8" fmla="*/ 361950 w 1990725"/>
              <a:gd name="connsiteY8" fmla="*/ 523875 h 1295400"/>
              <a:gd name="connsiteX9" fmla="*/ 247650 w 1990725"/>
              <a:gd name="connsiteY9" fmla="*/ 622300 h 1295400"/>
              <a:gd name="connsiteX10" fmla="*/ 104775 w 1990725"/>
              <a:gd name="connsiteY10" fmla="*/ 609600 h 1295400"/>
              <a:gd name="connsiteX11" fmla="*/ 0 w 1990725"/>
              <a:gd name="connsiteY11" fmla="*/ 561975 h 1295400"/>
              <a:gd name="connsiteX0" fmla="*/ 0 w 1990725"/>
              <a:gd name="connsiteY0" fmla="*/ 561975 h 1295400"/>
              <a:gd name="connsiteX1" fmla="*/ 57150 w 1990725"/>
              <a:gd name="connsiteY1" fmla="*/ 600075 h 1295400"/>
              <a:gd name="connsiteX2" fmla="*/ 1209675 w 1990725"/>
              <a:gd name="connsiteY2" fmla="*/ 1295400 h 1295400"/>
              <a:gd name="connsiteX3" fmla="*/ 1352550 w 1990725"/>
              <a:gd name="connsiteY3" fmla="*/ 771525 h 1295400"/>
              <a:gd name="connsiteX4" fmla="*/ 1990725 w 1990725"/>
              <a:gd name="connsiteY4" fmla="*/ 0 h 1295400"/>
              <a:gd name="connsiteX5" fmla="*/ 171450 w 1990725"/>
              <a:gd name="connsiteY5" fmla="*/ 190500 h 1295400"/>
              <a:gd name="connsiteX6" fmla="*/ 269875 w 1990725"/>
              <a:gd name="connsiteY6" fmla="*/ 225425 h 1295400"/>
              <a:gd name="connsiteX7" fmla="*/ 358775 w 1990725"/>
              <a:gd name="connsiteY7" fmla="*/ 311150 h 1295400"/>
              <a:gd name="connsiteX8" fmla="*/ 361950 w 1990725"/>
              <a:gd name="connsiteY8" fmla="*/ 523875 h 1295400"/>
              <a:gd name="connsiteX9" fmla="*/ 247650 w 1990725"/>
              <a:gd name="connsiteY9" fmla="*/ 622300 h 1295400"/>
              <a:gd name="connsiteX10" fmla="*/ 146050 w 1990725"/>
              <a:gd name="connsiteY10" fmla="*/ 631825 h 1295400"/>
              <a:gd name="connsiteX11" fmla="*/ 0 w 1990725"/>
              <a:gd name="connsiteY11" fmla="*/ 561975 h 1295400"/>
              <a:gd name="connsiteX0" fmla="*/ 0 w 1990725"/>
              <a:gd name="connsiteY0" fmla="*/ 561975 h 1295400"/>
              <a:gd name="connsiteX1" fmla="*/ 57150 w 1990725"/>
              <a:gd name="connsiteY1" fmla="*/ 600075 h 1295400"/>
              <a:gd name="connsiteX2" fmla="*/ 1209675 w 1990725"/>
              <a:gd name="connsiteY2" fmla="*/ 1295400 h 1295400"/>
              <a:gd name="connsiteX3" fmla="*/ 1352550 w 1990725"/>
              <a:gd name="connsiteY3" fmla="*/ 771525 h 1295400"/>
              <a:gd name="connsiteX4" fmla="*/ 1990725 w 1990725"/>
              <a:gd name="connsiteY4" fmla="*/ 0 h 1295400"/>
              <a:gd name="connsiteX5" fmla="*/ 171450 w 1990725"/>
              <a:gd name="connsiteY5" fmla="*/ 190500 h 1295400"/>
              <a:gd name="connsiteX6" fmla="*/ 269875 w 1990725"/>
              <a:gd name="connsiteY6" fmla="*/ 225425 h 1295400"/>
              <a:gd name="connsiteX7" fmla="*/ 358775 w 1990725"/>
              <a:gd name="connsiteY7" fmla="*/ 311150 h 1295400"/>
              <a:gd name="connsiteX8" fmla="*/ 355600 w 1990725"/>
              <a:gd name="connsiteY8" fmla="*/ 415925 h 1295400"/>
              <a:gd name="connsiteX9" fmla="*/ 361950 w 1990725"/>
              <a:gd name="connsiteY9" fmla="*/ 523875 h 1295400"/>
              <a:gd name="connsiteX10" fmla="*/ 247650 w 1990725"/>
              <a:gd name="connsiteY10" fmla="*/ 622300 h 1295400"/>
              <a:gd name="connsiteX11" fmla="*/ 146050 w 1990725"/>
              <a:gd name="connsiteY11" fmla="*/ 631825 h 1295400"/>
              <a:gd name="connsiteX12" fmla="*/ 0 w 1990725"/>
              <a:gd name="connsiteY12" fmla="*/ 561975 h 1295400"/>
              <a:gd name="connsiteX0" fmla="*/ 0 w 1990725"/>
              <a:gd name="connsiteY0" fmla="*/ 561975 h 1295400"/>
              <a:gd name="connsiteX1" fmla="*/ 57150 w 1990725"/>
              <a:gd name="connsiteY1" fmla="*/ 600075 h 1295400"/>
              <a:gd name="connsiteX2" fmla="*/ 1209675 w 1990725"/>
              <a:gd name="connsiteY2" fmla="*/ 1295400 h 1295400"/>
              <a:gd name="connsiteX3" fmla="*/ 1352550 w 1990725"/>
              <a:gd name="connsiteY3" fmla="*/ 771525 h 1295400"/>
              <a:gd name="connsiteX4" fmla="*/ 1990725 w 1990725"/>
              <a:gd name="connsiteY4" fmla="*/ 0 h 1295400"/>
              <a:gd name="connsiteX5" fmla="*/ 171450 w 1990725"/>
              <a:gd name="connsiteY5" fmla="*/ 190500 h 1295400"/>
              <a:gd name="connsiteX6" fmla="*/ 269875 w 1990725"/>
              <a:gd name="connsiteY6" fmla="*/ 225425 h 1295400"/>
              <a:gd name="connsiteX7" fmla="*/ 358775 w 1990725"/>
              <a:gd name="connsiteY7" fmla="*/ 311150 h 1295400"/>
              <a:gd name="connsiteX8" fmla="*/ 377825 w 1990725"/>
              <a:gd name="connsiteY8" fmla="*/ 428625 h 1295400"/>
              <a:gd name="connsiteX9" fmla="*/ 361950 w 1990725"/>
              <a:gd name="connsiteY9" fmla="*/ 523875 h 1295400"/>
              <a:gd name="connsiteX10" fmla="*/ 247650 w 1990725"/>
              <a:gd name="connsiteY10" fmla="*/ 622300 h 1295400"/>
              <a:gd name="connsiteX11" fmla="*/ 146050 w 1990725"/>
              <a:gd name="connsiteY11" fmla="*/ 631825 h 1295400"/>
              <a:gd name="connsiteX12" fmla="*/ 0 w 1990725"/>
              <a:gd name="connsiteY12" fmla="*/ 561975 h 129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990725" h="1295400">
                <a:moveTo>
                  <a:pt x="0" y="561975"/>
                </a:moveTo>
                <a:lnTo>
                  <a:pt x="57150" y="600075"/>
                </a:lnTo>
                <a:lnTo>
                  <a:pt x="1209675" y="1295400"/>
                </a:lnTo>
                <a:lnTo>
                  <a:pt x="1352550" y="771525"/>
                </a:lnTo>
                <a:lnTo>
                  <a:pt x="1990725" y="0"/>
                </a:lnTo>
                <a:lnTo>
                  <a:pt x="171450" y="190500"/>
                </a:lnTo>
                <a:lnTo>
                  <a:pt x="269875" y="225425"/>
                </a:lnTo>
                <a:lnTo>
                  <a:pt x="358775" y="311150"/>
                </a:lnTo>
                <a:cubicBezTo>
                  <a:pt x="373063" y="342900"/>
                  <a:pt x="377296" y="393171"/>
                  <a:pt x="377825" y="428625"/>
                </a:cubicBezTo>
                <a:cubicBezTo>
                  <a:pt x="378354" y="464079"/>
                  <a:pt x="379942" y="489479"/>
                  <a:pt x="361950" y="523875"/>
                </a:cubicBezTo>
                <a:lnTo>
                  <a:pt x="247650" y="622300"/>
                </a:lnTo>
                <a:lnTo>
                  <a:pt x="146050" y="631825"/>
                </a:lnTo>
                <a:lnTo>
                  <a:pt x="0" y="561975"/>
                </a:lnTo>
                <a:close/>
              </a:path>
            </a:pathLst>
          </a:custGeom>
          <a:solidFill>
            <a:srgbClr val="EAF3F5">
              <a:alpha val="6117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pic>
        <p:nvPicPr>
          <p:cNvPr id="5" name="Picture 4" descr="A diagram of a human body&#10;&#10;AI-generated content may be incorrect.">
            <a:extLst>
              <a:ext uri="{FF2B5EF4-FFF2-40B4-BE49-F238E27FC236}">
                <a16:creationId xmlns:a16="http://schemas.microsoft.com/office/drawing/2014/main" id="{D6C3A6CB-384E-FCA3-666A-E15FA4DF4B9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181639"/>
            <a:ext cx="3273323" cy="5681951"/>
          </a:xfrm>
          <a:prstGeom prst="rect">
            <a:avLst/>
          </a:prstGeom>
        </p:spPr>
      </p:pic>
      <p:pic>
        <p:nvPicPr>
          <p:cNvPr id="19" name="Picture 18" descr="A magnifying glass on a globe&#10;&#10;AI-generated content may be incorrect.">
            <a:extLst>
              <a:ext uri="{FF2B5EF4-FFF2-40B4-BE49-F238E27FC236}">
                <a16:creationId xmlns:a16="http://schemas.microsoft.com/office/drawing/2014/main" id="{6ADBFB06-8893-C809-8ACB-371895A1DD1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351522" y="-31977"/>
            <a:ext cx="1731163" cy="1687941"/>
          </a:xfrm>
          <a:prstGeom prst="rect">
            <a:avLst/>
          </a:prstGeom>
        </p:spPr>
      </p:pic>
      <p:sp>
        <p:nvSpPr>
          <p:cNvPr id="29" name="Freeform 28">
            <a:extLst>
              <a:ext uri="{FF2B5EF4-FFF2-40B4-BE49-F238E27FC236}">
                <a16:creationId xmlns:a16="http://schemas.microsoft.com/office/drawing/2014/main" id="{91C016B9-4FE9-1F76-6336-DF8B64637B70}"/>
              </a:ext>
            </a:extLst>
          </p:cNvPr>
          <p:cNvSpPr/>
          <p:nvPr/>
        </p:nvSpPr>
        <p:spPr>
          <a:xfrm rot="21242737">
            <a:off x="4204446" y="320938"/>
            <a:ext cx="1782565" cy="1944637"/>
          </a:xfrm>
          <a:custGeom>
            <a:avLst/>
            <a:gdLst>
              <a:gd name="connsiteX0" fmla="*/ 0 w 1524000"/>
              <a:gd name="connsiteY0" fmla="*/ 370115 h 2024743"/>
              <a:gd name="connsiteX1" fmla="*/ 1270000 w 1524000"/>
              <a:gd name="connsiteY1" fmla="*/ 2024743 h 2024743"/>
              <a:gd name="connsiteX2" fmla="*/ 1175657 w 1524000"/>
              <a:gd name="connsiteY2" fmla="*/ 1865086 h 2024743"/>
              <a:gd name="connsiteX3" fmla="*/ 1161143 w 1524000"/>
              <a:gd name="connsiteY3" fmla="*/ 1799772 h 2024743"/>
              <a:gd name="connsiteX4" fmla="*/ 1153886 w 1524000"/>
              <a:gd name="connsiteY4" fmla="*/ 1778000 h 2024743"/>
              <a:gd name="connsiteX5" fmla="*/ 1146629 w 1524000"/>
              <a:gd name="connsiteY5" fmla="*/ 1748972 h 2024743"/>
              <a:gd name="connsiteX6" fmla="*/ 1139372 w 1524000"/>
              <a:gd name="connsiteY6" fmla="*/ 1727200 h 2024743"/>
              <a:gd name="connsiteX7" fmla="*/ 1132115 w 1524000"/>
              <a:gd name="connsiteY7" fmla="*/ 1698172 h 2024743"/>
              <a:gd name="connsiteX8" fmla="*/ 1117600 w 1524000"/>
              <a:gd name="connsiteY8" fmla="*/ 1654629 h 2024743"/>
              <a:gd name="connsiteX9" fmla="*/ 1103086 w 1524000"/>
              <a:gd name="connsiteY9" fmla="*/ 1632857 h 2024743"/>
              <a:gd name="connsiteX10" fmla="*/ 1074057 w 1524000"/>
              <a:gd name="connsiteY10" fmla="*/ 1502229 h 2024743"/>
              <a:gd name="connsiteX11" fmla="*/ 1074057 w 1524000"/>
              <a:gd name="connsiteY11" fmla="*/ 1211943 h 2024743"/>
              <a:gd name="connsiteX12" fmla="*/ 1088572 w 1524000"/>
              <a:gd name="connsiteY12" fmla="*/ 1153886 h 2024743"/>
              <a:gd name="connsiteX13" fmla="*/ 1095829 w 1524000"/>
              <a:gd name="connsiteY13" fmla="*/ 1117600 h 2024743"/>
              <a:gd name="connsiteX14" fmla="*/ 1110343 w 1524000"/>
              <a:gd name="connsiteY14" fmla="*/ 1088572 h 2024743"/>
              <a:gd name="connsiteX15" fmla="*/ 1117600 w 1524000"/>
              <a:gd name="connsiteY15" fmla="*/ 1066800 h 2024743"/>
              <a:gd name="connsiteX16" fmla="*/ 1124857 w 1524000"/>
              <a:gd name="connsiteY16" fmla="*/ 921657 h 2024743"/>
              <a:gd name="connsiteX17" fmla="*/ 1139372 w 1524000"/>
              <a:gd name="connsiteY17" fmla="*/ 885372 h 2024743"/>
              <a:gd name="connsiteX18" fmla="*/ 1161143 w 1524000"/>
              <a:gd name="connsiteY18" fmla="*/ 827315 h 2024743"/>
              <a:gd name="connsiteX19" fmla="*/ 1175657 w 1524000"/>
              <a:gd name="connsiteY19" fmla="*/ 805543 h 2024743"/>
              <a:gd name="connsiteX20" fmla="*/ 1182915 w 1524000"/>
              <a:gd name="connsiteY20" fmla="*/ 776515 h 2024743"/>
              <a:gd name="connsiteX21" fmla="*/ 1197429 w 1524000"/>
              <a:gd name="connsiteY21" fmla="*/ 754743 h 2024743"/>
              <a:gd name="connsiteX22" fmla="*/ 1226457 w 1524000"/>
              <a:gd name="connsiteY22" fmla="*/ 682172 h 2024743"/>
              <a:gd name="connsiteX23" fmla="*/ 1248229 w 1524000"/>
              <a:gd name="connsiteY23" fmla="*/ 624115 h 2024743"/>
              <a:gd name="connsiteX24" fmla="*/ 1262743 w 1524000"/>
              <a:gd name="connsiteY24" fmla="*/ 609600 h 2024743"/>
              <a:gd name="connsiteX25" fmla="*/ 1277257 w 1524000"/>
              <a:gd name="connsiteY25" fmla="*/ 587829 h 2024743"/>
              <a:gd name="connsiteX26" fmla="*/ 1335315 w 1524000"/>
              <a:gd name="connsiteY26" fmla="*/ 529772 h 2024743"/>
              <a:gd name="connsiteX27" fmla="*/ 1378857 w 1524000"/>
              <a:gd name="connsiteY27" fmla="*/ 486229 h 2024743"/>
              <a:gd name="connsiteX28" fmla="*/ 1436915 w 1524000"/>
              <a:gd name="connsiteY28" fmla="*/ 435429 h 2024743"/>
              <a:gd name="connsiteX29" fmla="*/ 1465943 w 1524000"/>
              <a:gd name="connsiteY29" fmla="*/ 420915 h 2024743"/>
              <a:gd name="connsiteX30" fmla="*/ 1502229 w 1524000"/>
              <a:gd name="connsiteY30" fmla="*/ 384629 h 2024743"/>
              <a:gd name="connsiteX31" fmla="*/ 1524000 w 1524000"/>
              <a:gd name="connsiteY31" fmla="*/ 362857 h 2024743"/>
              <a:gd name="connsiteX32" fmla="*/ 319315 w 1524000"/>
              <a:gd name="connsiteY32" fmla="*/ 0 h 2024743"/>
              <a:gd name="connsiteX33" fmla="*/ 341086 w 1524000"/>
              <a:gd name="connsiteY33" fmla="*/ 58057 h 2024743"/>
              <a:gd name="connsiteX34" fmla="*/ 362857 w 1524000"/>
              <a:gd name="connsiteY34" fmla="*/ 101600 h 2024743"/>
              <a:gd name="connsiteX35" fmla="*/ 355600 w 1524000"/>
              <a:gd name="connsiteY35" fmla="*/ 217715 h 2024743"/>
              <a:gd name="connsiteX36" fmla="*/ 348343 w 1524000"/>
              <a:gd name="connsiteY36" fmla="*/ 254000 h 2024743"/>
              <a:gd name="connsiteX37" fmla="*/ 319315 w 1524000"/>
              <a:gd name="connsiteY37" fmla="*/ 319315 h 2024743"/>
              <a:gd name="connsiteX38" fmla="*/ 297543 w 1524000"/>
              <a:gd name="connsiteY38" fmla="*/ 341086 h 2024743"/>
              <a:gd name="connsiteX39" fmla="*/ 275772 w 1524000"/>
              <a:gd name="connsiteY39" fmla="*/ 348343 h 2024743"/>
              <a:gd name="connsiteX40" fmla="*/ 246743 w 1524000"/>
              <a:gd name="connsiteY40" fmla="*/ 362857 h 2024743"/>
              <a:gd name="connsiteX41" fmla="*/ 217715 w 1524000"/>
              <a:gd name="connsiteY41" fmla="*/ 370115 h 2024743"/>
              <a:gd name="connsiteX42" fmla="*/ 159657 w 1524000"/>
              <a:gd name="connsiteY42" fmla="*/ 384629 h 2024743"/>
              <a:gd name="connsiteX43" fmla="*/ 58057 w 1524000"/>
              <a:gd name="connsiteY43" fmla="*/ 391886 h 2024743"/>
              <a:gd name="connsiteX44" fmla="*/ 0 w 1524000"/>
              <a:gd name="connsiteY44" fmla="*/ 370115 h 2024743"/>
              <a:gd name="connsiteX0" fmla="*/ 0 w 1611110"/>
              <a:gd name="connsiteY0" fmla="*/ 370115 h 2024743"/>
              <a:gd name="connsiteX1" fmla="*/ 1270000 w 1611110"/>
              <a:gd name="connsiteY1" fmla="*/ 2024743 h 2024743"/>
              <a:gd name="connsiteX2" fmla="*/ 1175657 w 1611110"/>
              <a:gd name="connsiteY2" fmla="*/ 1865086 h 2024743"/>
              <a:gd name="connsiteX3" fmla="*/ 1161143 w 1611110"/>
              <a:gd name="connsiteY3" fmla="*/ 1799772 h 2024743"/>
              <a:gd name="connsiteX4" fmla="*/ 1153886 w 1611110"/>
              <a:gd name="connsiteY4" fmla="*/ 1778000 h 2024743"/>
              <a:gd name="connsiteX5" fmla="*/ 1146629 w 1611110"/>
              <a:gd name="connsiteY5" fmla="*/ 1748972 h 2024743"/>
              <a:gd name="connsiteX6" fmla="*/ 1139372 w 1611110"/>
              <a:gd name="connsiteY6" fmla="*/ 1727200 h 2024743"/>
              <a:gd name="connsiteX7" fmla="*/ 1132115 w 1611110"/>
              <a:gd name="connsiteY7" fmla="*/ 1698172 h 2024743"/>
              <a:gd name="connsiteX8" fmla="*/ 1117600 w 1611110"/>
              <a:gd name="connsiteY8" fmla="*/ 1654629 h 2024743"/>
              <a:gd name="connsiteX9" fmla="*/ 1103086 w 1611110"/>
              <a:gd name="connsiteY9" fmla="*/ 1632857 h 2024743"/>
              <a:gd name="connsiteX10" fmla="*/ 1074057 w 1611110"/>
              <a:gd name="connsiteY10" fmla="*/ 1502229 h 2024743"/>
              <a:gd name="connsiteX11" fmla="*/ 1074057 w 1611110"/>
              <a:gd name="connsiteY11" fmla="*/ 1211943 h 2024743"/>
              <a:gd name="connsiteX12" fmla="*/ 1088572 w 1611110"/>
              <a:gd name="connsiteY12" fmla="*/ 1153886 h 2024743"/>
              <a:gd name="connsiteX13" fmla="*/ 1095829 w 1611110"/>
              <a:gd name="connsiteY13" fmla="*/ 1117600 h 2024743"/>
              <a:gd name="connsiteX14" fmla="*/ 1110343 w 1611110"/>
              <a:gd name="connsiteY14" fmla="*/ 1088572 h 2024743"/>
              <a:gd name="connsiteX15" fmla="*/ 1117600 w 1611110"/>
              <a:gd name="connsiteY15" fmla="*/ 1066800 h 2024743"/>
              <a:gd name="connsiteX16" fmla="*/ 1124857 w 1611110"/>
              <a:gd name="connsiteY16" fmla="*/ 921657 h 2024743"/>
              <a:gd name="connsiteX17" fmla="*/ 1139372 w 1611110"/>
              <a:gd name="connsiteY17" fmla="*/ 885372 h 2024743"/>
              <a:gd name="connsiteX18" fmla="*/ 1161143 w 1611110"/>
              <a:gd name="connsiteY18" fmla="*/ 827315 h 2024743"/>
              <a:gd name="connsiteX19" fmla="*/ 1175657 w 1611110"/>
              <a:gd name="connsiteY19" fmla="*/ 805543 h 2024743"/>
              <a:gd name="connsiteX20" fmla="*/ 1182915 w 1611110"/>
              <a:gd name="connsiteY20" fmla="*/ 776515 h 2024743"/>
              <a:gd name="connsiteX21" fmla="*/ 1197429 w 1611110"/>
              <a:gd name="connsiteY21" fmla="*/ 754743 h 2024743"/>
              <a:gd name="connsiteX22" fmla="*/ 1226457 w 1611110"/>
              <a:gd name="connsiteY22" fmla="*/ 682172 h 2024743"/>
              <a:gd name="connsiteX23" fmla="*/ 1248229 w 1611110"/>
              <a:gd name="connsiteY23" fmla="*/ 624115 h 2024743"/>
              <a:gd name="connsiteX24" fmla="*/ 1262743 w 1611110"/>
              <a:gd name="connsiteY24" fmla="*/ 609600 h 2024743"/>
              <a:gd name="connsiteX25" fmla="*/ 1277257 w 1611110"/>
              <a:gd name="connsiteY25" fmla="*/ 587829 h 2024743"/>
              <a:gd name="connsiteX26" fmla="*/ 1335315 w 1611110"/>
              <a:gd name="connsiteY26" fmla="*/ 529772 h 2024743"/>
              <a:gd name="connsiteX27" fmla="*/ 1378857 w 1611110"/>
              <a:gd name="connsiteY27" fmla="*/ 486229 h 2024743"/>
              <a:gd name="connsiteX28" fmla="*/ 1436915 w 1611110"/>
              <a:gd name="connsiteY28" fmla="*/ 435429 h 2024743"/>
              <a:gd name="connsiteX29" fmla="*/ 1465943 w 1611110"/>
              <a:gd name="connsiteY29" fmla="*/ 420915 h 2024743"/>
              <a:gd name="connsiteX30" fmla="*/ 1502229 w 1611110"/>
              <a:gd name="connsiteY30" fmla="*/ 384629 h 2024743"/>
              <a:gd name="connsiteX31" fmla="*/ 1611110 w 1611110"/>
              <a:gd name="connsiteY31" fmla="*/ 549056 h 2024743"/>
              <a:gd name="connsiteX32" fmla="*/ 319315 w 1611110"/>
              <a:gd name="connsiteY32" fmla="*/ 0 h 2024743"/>
              <a:gd name="connsiteX33" fmla="*/ 341086 w 1611110"/>
              <a:gd name="connsiteY33" fmla="*/ 58057 h 2024743"/>
              <a:gd name="connsiteX34" fmla="*/ 362857 w 1611110"/>
              <a:gd name="connsiteY34" fmla="*/ 101600 h 2024743"/>
              <a:gd name="connsiteX35" fmla="*/ 355600 w 1611110"/>
              <a:gd name="connsiteY35" fmla="*/ 217715 h 2024743"/>
              <a:gd name="connsiteX36" fmla="*/ 348343 w 1611110"/>
              <a:gd name="connsiteY36" fmla="*/ 254000 h 2024743"/>
              <a:gd name="connsiteX37" fmla="*/ 319315 w 1611110"/>
              <a:gd name="connsiteY37" fmla="*/ 319315 h 2024743"/>
              <a:gd name="connsiteX38" fmla="*/ 297543 w 1611110"/>
              <a:gd name="connsiteY38" fmla="*/ 341086 h 2024743"/>
              <a:gd name="connsiteX39" fmla="*/ 275772 w 1611110"/>
              <a:gd name="connsiteY39" fmla="*/ 348343 h 2024743"/>
              <a:gd name="connsiteX40" fmla="*/ 246743 w 1611110"/>
              <a:gd name="connsiteY40" fmla="*/ 362857 h 2024743"/>
              <a:gd name="connsiteX41" fmla="*/ 217715 w 1611110"/>
              <a:gd name="connsiteY41" fmla="*/ 370115 h 2024743"/>
              <a:gd name="connsiteX42" fmla="*/ 159657 w 1611110"/>
              <a:gd name="connsiteY42" fmla="*/ 384629 h 2024743"/>
              <a:gd name="connsiteX43" fmla="*/ 58057 w 1611110"/>
              <a:gd name="connsiteY43" fmla="*/ 391886 h 2024743"/>
              <a:gd name="connsiteX44" fmla="*/ 0 w 1611110"/>
              <a:gd name="connsiteY44" fmla="*/ 370115 h 2024743"/>
              <a:gd name="connsiteX0" fmla="*/ 0 w 1673353"/>
              <a:gd name="connsiteY0" fmla="*/ 370115 h 2024743"/>
              <a:gd name="connsiteX1" fmla="*/ 1270000 w 1673353"/>
              <a:gd name="connsiteY1" fmla="*/ 2024743 h 2024743"/>
              <a:gd name="connsiteX2" fmla="*/ 1175657 w 1673353"/>
              <a:gd name="connsiteY2" fmla="*/ 1865086 h 2024743"/>
              <a:gd name="connsiteX3" fmla="*/ 1161143 w 1673353"/>
              <a:gd name="connsiteY3" fmla="*/ 1799772 h 2024743"/>
              <a:gd name="connsiteX4" fmla="*/ 1153886 w 1673353"/>
              <a:gd name="connsiteY4" fmla="*/ 1778000 h 2024743"/>
              <a:gd name="connsiteX5" fmla="*/ 1146629 w 1673353"/>
              <a:gd name="connsiteY5" fmla="*/ 1748972 h 2024743"/>
              <a:gd name="connsiteX6" fmla="*/ 1139372 w 1673353"/>
              <a:gd name="connsiteY6" fmla="*/ 1727200 h 2024743"/>
              <a:gd name="connsiteX7" fmla="*/ 1132115 w 1673353"/>
              <a:gd name="connsiteY7" fmla="*/ 1698172 h 2024743"/>
              <a:gd name="connsiteX8" fmla="*/ 1117600 w 1673353"/>
              <a:gd name="connsiteY8" fmla="*/ 1654629 h 2024743"/>
              <a:gd name="connsiteX9" fmla="*/ 1103086 w 1673353"/>
              <a:gd name="connsiteY9" fmla="*/ 1632857 h 2024743"/>
              <a:gd name="connsiteX10" fmla="*/ 1074057 w 1673353"/>
              <a:gd name="connsiteY10" fmla="*/ 1502229 h 2024743"/>
              <a:gd name="connsiteX11" fmla="*/ 1074057 w 1673353"/>
              <a:gd name="connsiteY11" fmla="*/ 1211943 h 2024743"/>
              <a:gd name="connsiteX12" fmla="*/ 1088572 w 1673353"/>
              <a:gd name="connsiteY12" fmla="*/ 1153886 h 2024743"/>
              <a:gd name="connsiteX13" fmla="*/ 1095829 w 1673353"/>
              <a:gd name="connsiteY13" fmla="*/ 1117600 h 2024743"/>
              <a:gd name="connsiteX14" fmla="*/ 1110343 w 1673353"/>
              <a:gd name="connsiteY14" fmla="*/ 1088572 h 2024743"/>
              <a:gd name="connsiteX15" fmla="*/ 1117600 w 1673353"/>
              <a:gd name="connsiteY15" fmla="*/ 1066800 h 2024743"/>
              <a:gd name="connsiteX16" fmla="*/ 1124857 w 1673353"/>
              <a:gd name="connsiteY16" fmla="*/ 921657 h 2024743"/>
              <a:gd name="connsiteX17" fmla="*/ 1139372 w 1673353"/>
              <a:gd name="connsiteY17" fmla="*/ 885372 h 2024743"/>
              <a:gd name="connsiteX18" fmla="*/ 1161143 w 1673353"/>
              <a:gd name="connsiteY18" fmla="*/ 827315 h 2024743"/>
              <a:gd name="connsiteX19" fmla="*/ 1175657 w 1673353"/>
              <a:gd name="connsiteY19" fmla="*/ 805543 h 2024743"/>
              <a:gd name="connsiteX20" fmla="*/ 1182915 w 1673353"/>
              <a:gd name="connsiteY20" fmla="*/ 776515 h 2024743"/>
              <a:gd name="connsiteX21" fmla="*/ 1197429 w 1673353"/>
              <a:gd name="connsiteY21" fmla="*/ 754743 h 2024743"/>
              <a:gd name="connsiteX22" fmla="*/ 1226457 w 1673353"/>
              <a:gd name="connsiteY22" fmla="*/ 682172 h 2024743"/>
              <a:gd name="connsiteX23" fmla="*/ 1248229 w 1673353"/>
              <a:gd name="connsiteY23" fmla="*/ 624115 h 2024743"/>
              <a:gd name="connsiteX24" fmla="*/ 1262743 w 1673353"/>
              <a:gd name="connsiteY24" fmla="*/ 609600 h 2024743"/>
              <a:gd name="connsiteX25" fmla="*/ 1277257 w 1673353"/>
              <a:gd name="connsiteY25" fmla="*/ 587829 h 2024743"/>
              <a:gd name="connsiteX26" fmla="*/ 1335315 w 1673353"/>
              <a:gd name="connsiteY26" fmla="*/ 529772 h 2024743"/>
              <a:gd name="connsiteX27" fmla="*/ 1378857 w 1673353"/>
              <a:gd name="connsiteY27" fmla="*/ 486229 h 2024743"/>
              <a:gd name="connsiteX28" fmla="*/ 1436915 w 1673353"/>
              <a:gd name="connsiteY28" fmla="*/ 435429 h 2024743"/>
              <a:gd name="connsiteX29" fmla="*/ 1465943 w 1673353"/>
              <a:gd name="connsiteY29" fmla="*/ 420915 h 2024743"/>
              <a:gd name="connsiteX30" fmla="*/ 1611110 w 1673353"/>
              <a:gd name="connsiteY30" fmla="*/ 549056 h 2024743"/>
              <a:gd name="connsiteX31" fmla="*/ 319315 w 1673353"/>
              <a:gd name="connsiteY31" fmla="*/ 0 h 2024743"/>
              <a:gd name="connsiteX32" fmla="*/ 341086 w 1673353"/>
              <a:gd name="connsiteY32" fmla="*/ 58057 h 2024743"/>
              <a:gd name="connsiteX33" fmla="*/ 362857 w 1673353"/>
              <a:gd name="connsiteY33" fmla="*/ 101600 h 2024743"/>
              <a:gd name="connsiteX34" fmla="*/ 355600 w 1673353"/>
              <a:gd name="connsiteY34" fmla="*/ 217715 h 2024743"/>
              <a:gd name="connsiteX35" fmla="*/ 348343 w 1673353"/>
              <a:gd name="connsiteY35" fmla="*/ 254000 h 2024743"/>
              <a:gd name="connsiteX36" fmla="*/ 319315 w 1673353"/>
              <a:gd name="connsiteY36" fmla="*/ 319315 h 2024743"/>
              <a:gd name="connsiteX37" fmla="*/ 297543 w 1673353"/>
              <a:gd name="connsiteY37" fmla="*/ 341086 h 2024743"/>
              <a:gd name="connsiteX38" fmla="*/ 275772 w 1673353"/>
              <a:gd name="connsiteY38" fmla="*/ 348343 h 2024743"/>
              <a:gd name="connsiteX39" fmla="*/ 246743 w 1673353"/>
              <a:gd name="connsiteY39" fmla="*/ 362857 h 2024743"/>
              <a:gd name="connsiteX40" fmla="*/ 217715 w 1673353"/>
              <a:gd name="connsiteY40" fmla="*/ 370115 h 2024743"/>
              <a:gd name="connsiteX41" fmla="*/ 159657 w 1673353"/>
              <a:gd name="connsiteY41" fmla="*/ 384629 h 2024743"/>
              <a:gd name="connsiteX42" fmla="*/ 58057 w 1673353"/>
              <a:gd name="connsiteY42" fmla="*/ 391886 h 2024743"/>
              <a:gd name="connsiteX43" fmla="*/ 0 w 1673353"/>
              <a:gd name="connsiteY43" fmla="*/ 370115 h 2024743"/>
              <a:gd name="connsiteX0" fmla="*/ 0 w 1668707"/>
              <a:gd name="connsiteY0" fmla="*/ 370115 h 2024743"/>
              <a:gd name="connsiteX1" fmla="*/ 1270000 w 1668707"/>
              <a:gd name="connsiteY1" fmla="*/ 2024743 h 2024743"/>
              <a:gd name="connsiteX2" fmla="*/ 1175657 w 1668707"/>
              <a:gd name="connsiteY2" fmla="*/ 1865086 h 2024743"/>
              <a:gd name="connsiteX3" fmla="*/ 1161143 w 1668707"/>
              <a:gd name="connsiteY3" fmla="*/ 1799772 h 2024743"/>
              <a:gd name="connsiteX4" fmla="*/ 1153886 w 1668707"/>
              <a:gd name="connsiteY4" fmla="*/ 1778000 h 2024743"/>
              <a:gd name="connsiteX5" fmla="*/ 1146629 w 1668707"/>
              <a:gd name="connsiteY5" fmla="*/ 1748972 h 2024743"/>
              <a:gd name="connsiteX6" fmla="*/ 1139372 w 1668707"/>
              <a:gd name="connsiteY6" fmla="*/ 1727200 h 2024743"/>
              <a:gd name="connsiteX7" fmla="*/ 1132115 w 1668707"/>
              <a:gd name="connsiteY7" fmla="*/ 1698172 h 2024743"/>
              <a:gd name="connsiteX8" fmla="*/ 1117600 w 1668707"/>
              <a:gd name="connsiteY8" fmla="*/ 1654629 h 2024743"/>
              <a:gd name="connsiteX9" fmla="*/ 1103086 w 1668707"/>
              <a:gd name="connsiteY9" fmla="*/ 1632857 h 2024743"/>
              <a:gd name="connsiteX10" fmla="*/ 1074057 w 1668707"/>
              <a:gd name="connsiteY10" fmla="*/ 1502229 h 2024743"/>
              <a:gd name="connsiteX11" fmla="*/ 1074057 w 1668707"/>
              <a:gd name="connsiteY11" fmla="*/ 1211943 h 2024743"/>
              <a:gd name="connsiteX12" fmla="*/ 1088572 w 1668707"/>
              <a:gd name="connsiteY12" fmla="*/ 1153886 h 2024743"/>
              <a:gd name="connsiteX13" fmla="*/ 1095829 w 1668707"/>
              <a:gd name="connsiteY13" fmla="*/ 1117600 h 2024743"/>
              <a:gd name="connsiteX14" fmla="*/ 1110343 w 1668707"/>
              <a:gd name="connsiteY14" fmla="*/ 1088572 h 2024743"/>
              <a:gd name="connsiteX15" fmla="*/ 1117600 w 1668707"/>
              <a:gd name="connsiteY15" fmla="*/ 1066800 h 2024743"/>
              <a:gd name="connsiteX16" fmla="*/ 1124857 w 1668707"/>
              <a:gd name="connsiteY16" fmla="*/ 921657 h 2024743"/>
              <a:gd name="connsiteX17" fmla="*/ 1139372 w 1668707"/>
              <a:gd name="connsiteY17" fmla="*/ 885372 h 2024743"/>
              <a:gd name="connsiteX18" fmla="*/ 1161143 w 1668707"/>
              <a:gd name="connsiteY18" fmla="*/ 827315 h 2024743"/>
              <a:gd name="connsiteX19" fmla="*/ 1175657 w 1668707"/>
              <a:gd name="connsiteY19" fmla="*/ 805543 h 2024743"/>
              <a:gd name="connsiteX20" fmla="*/ 1182915 w 1668707"/>
              <a:gd name="connsiteY20" fmla="*/ 776515 h 2024743"/>
              <a:gd name="connsiteX21" fmla="*/ 1197429 w 1668707"/>
              <a:gd name="connsiteY21" fmla="*/ 754743 h 2024743"/>
              <a:gd name="connsiteX22" fmla="*/ 1226457 w 1668707"/>
              <a:gd name="connsiteY22" fmla="*/ 682172 h 2024743"/>
              <a:gd name="connsiteX23" fmla="*/ 1248229 w 1668707"/>
              <a:gd name="connsiteY23" fmla="*/ 624115 h 2024743"/>
              <a:gd name="connsiteX24" fmla="*/ 1262743 w 1668707"/>
              <a:gd name="connsiteY24" fmla="*/ 609600 h 2024743"/>
              <a:gd name="connsiteX25" fmla="*/ 1277257 w 1668707"/>
              <a:gd name="connsiteY25" fmla="*/ 587829 h 2024743"/>
              <a:gd name="connsiteX26" fmla="*/ 1335315 w 1668707"/>
              <a:gd name="connsiteY26" fmla="*/ 529772 h 2024743"/>
              <a:gd name="connsiteX27" fmla="*/ 1378857 w 1668707"/>
              <a:gd name="connsiteY27" fmla="*/ 486229 h 2024743"/>
              <a:gd name="connsiteX28" fmla="*/ 1436915 w 1668707"/>
              <a:gd name="connsiteY28" fmla="*/ 435429 h 2024743"/>
              <a:gd name="connsiteX29" fmla="*/ 1611110 w 1668707"/>
              <a:gd name="connsiteY29" fmla="*/ 549056 h 2024743"/>
              <a:gd name="connsiteX30" fmla="*/ 319315 w 1668707"/>
              <a:gd name="connsiteY30" fmla="*/ 0 h 2024743"/>
              <a:gd name="connsiteX31" fmla="*/ 341086 w 1668707"/>
              <a:gd name="connsiteY31" fmla="*/ 58057 h 2024743"/>
              <a:gd name="connsiteX32" fmla="*/ 362857 w 1668707"/>
              <a:gd name="connsiteY32" fmla="*/ 101600 h 2024743"/>
              <a:gd name="connsiteX33" fmla="*/ 355600 w 1668707"/>
              <a:gd name="connsiteY33" fmla="*/ 217715 h 2024743"/>
              <a:gd name="connsiteX34" fmla="*/ 348343 w 1668707"/>
              <a:gd name="connsiteY34" fmla="*/ 254000 h 2024743"/>
              <a:gd name="connsiteX35" fmla="*/ 319315 w 1668707"/>
              <a:gd name="connsiteY35" fmla="*/ 319315 h 2024743"/>
              <a:gd name="connsiteX36" fmla="*/ 297543 w 1668707"/>
              <a:gd name="connsiteY36" fmla="*/ 341086 h 2024743"/>
              <a:gd name="connsiteX37" fmla="*/ 275772 w 1668707"/>
              <a:gd name="connsiteY37" fmla="*/ 348343 h 2024743"/>
              <a:gd name="connsiteX38" fmla="*/ 246743 w 1668707"/>
              <a:gd name="connsiteY38" fmla="*/ 362857 h 2024743"/>
              <a:gd name="connsiteX39" fmla="*/ 217715 w 1668707"/>
              <a:gd name="connsiteY39" fmla="*/ 370115 h 2024743"/>
              <a:gd name="connsiteX40" fmla="*/ 159657 w 1668707"/>
              <a:gd name="connsiteY40" fmla="*/ 384629 h 2024743"/>
              <a:gd name="connsiteX41" fmla="*/ 58057 w 1668707"/>
              <a:gd name="connsiteY41" fmla="*/ 391886 h 2024743"/>
              <a:gd name="connsiteX42" fmla="*/ 0 w 1668707"/>
              <a:gd name="connsiteY42" fmla="*/ 370115 h 2024743"/>
              <a:gd name="connsiteX0" fmla="*/ 0 w 1648140"/>
              <a:gd name="connsiteY0" fmla="*/ 370115 h 2024743"/>
              <a:gd name="connsiteX1" fmla="*/ 1270000 w 1648140"/>
              <a:gd name="connsiteY1" fmla="*/ 2024743 h 2024743"/>
              <a:gd name="connsiteX2" fmla="*/ 1175657 w 1648140"/>
              <a:gd name="connsiteY2" fmla="*/ 1865086 h 2024743"/>
              <a:gd name="connsiteX3" fmla="*/ 1161143 w 1648140"/>
              <a:gd name="connsiteY3" fmla="*/ 1799772 h 2024743"/>
              <a:gd name="connsiteX4" fmla="*/ 1153886 w 1648140"/>
              <a:gd name="connsiteY4" fmla="*/ 1778000 h 2024743"/>
              <a:gd name="connsiteX5" fmla="*/ 1146629 w 1648140"/>
              <a:gd name="connsiteY5" fmla="*/ 1748972 h 2024743"/>
              <a:gd name="connsiteX6" fmla="*/ 1139372 w 1648140"/>
              <a:gd name="connsiteY6" fmla="*/ 1727200 h 2024743"/>
              <a:gd name="connsiteX7" fmla="*/ 1132115 w 1648140"/>
              <a:gd name="connsiteY7" fmla="*/ 1698172 h 2024743"/>
              <a:gd name="connsiteX8" fmla="*/ 1117600 w 1648140"/>
              <a:gd name="connsiteY8" fmla="*/ 1654629 h 2024743"/>
              <a:gd name="connsiteX9" fmla="*/ 1103086 w 1648140"/>
              <a:gd name="connsiteY9" fmla="*/ 1632857 h 2024743"/>
              <a:gd name="connsiteX10" fmla="*/ 1074057 w 1648140"/>
              <a:gd name="connsiteY10" fmla="*/ 1502229 h 2024743"/>
              <a:gd name="connsiteX11" fmla="*/ 1074057 w 1648140"/>
              <a:gd name="connsiteY11" fmla="*/ 1211943 h 2024743"/>
              <a:gd name="connsiteX12" fmla="*/ 1088572 w 1648140"/>
              <a:gd name="connsiteY12" fmla="*/ 1153886 h 2024743"/>
              <a:gd name="connsiteX13" fmla="*/ 1095829 w 1648140"/>
              <a:gd name="connsiteY13" fmla="*/ 1117600 h 2024743"/>
              <a:gd name="connsiteX14" fmla="*/ 1110343 w 1648140"/>
              <a:gd name="connsiteY14" fmla="*/ 1088572 h 2024743"/>
              <a:gd name="connsiteX15" fmla="*/ 1117600 w 1648140"/>
              <a:gd name="connsiteY15" fmla="*/ 1066800 h 2024743"/>
              <a:gd name="connsiteX16" fmla="*/ 1124857 w 1648140"/>
              <a:gd name="connsiteY16" fmla="*/ 921657 h 2024743"/>
              <a:gd name="connsiteX17" fmla="*/ 1139372 w 1648140"/>
              <a:gd name="connsiteY17" fmla="*/ 885372 h 2024743"/>
              <a:gd name="connsiteX18" fmla="*/ 1161143 w 1648140"/>
              <a:gd name="connsiteY18" fmla="*/ 827315 h 2024743"/>
              <a:gd name="connsiteX19" fmla="*/ 1175657 w 1648140"/>
              <a:gd name="connsiteY19" fmla="*/ 805543 h 2024743"/>
              <a:gd name="connsiteX20" fmla="*/ 1182915 w 1648140"/>
              <a:gd name="connsiteY20" fmla="*/ 776515 h 2024743"/>
              <a:gd name="connsiteX21" fmla="*/ 1197429 w 1648140"/>
              <a:gd name="connsiteY21" fmla="*/ 754743 h 2024743"/>
              <a:gd name="connsiteX22" fmla="*/ 1226457 w 1648140"/>
              <a:gd name="connsiteY22" fmla="*/ 682172 h 2024743"/>
              <a:gd name="connsiteX23" fmla="*/ 1248229 w 1648140"/>
              <a:gd name="connsiteY23" fmla="*/ 624115 h 2024743"/>
              <a:gd name="connsiteX24" fmla="*/ 1262743 w 1648140"/>
              <a:gd name="connsiteY24" fmla="*/ 609600 h 2024743"/>
              <a:gd name="connsiteX25" fmla="*/ 1277257 w 1648140"/>
              <a:gd name="connsiteY25" fmla="*/ 587829 h 2024743"/>
              <a:gd name="connsiteX26" fmla="*/ 1335315 w 1648140"/>
              <a:gd name="connsiteY26" fmla="*/ 529772 h 2024743"/>
              <a:gd name="connsiteX27" fmla="*/ 1378857 w 1648140"/>
              <a:gd name="connsiteY27" fmla="*/ 486229 h 2024743"/>
              <a:gd name="connsiteX28" fmla="*/ 1436915 w 1648140"/>
              <a:gd name="connsiteY28" fmla="*/ 435429 h 2024743"/>
              <a:gd name="connsiteX29" fmla="*/ 1587971 w 1648140"/>
              <a:gd name="connsiteY29" fmla="*/ 227011 h 2024743"/>
              <a:gd name="connsiteX30" fmla="*/ 319315 w 1648140"/>
              <a:gd name="connsiteY30" fmla="*/ 0 h 2024743"/>
              <a:gd name="connsiteX31" fmla="*/ 341086 w 1648140"/>
              <a:gd name="connsiteY31" fmla="*/ 58057 h 2024743"/>
              <a:gd name="connsiteX32" fmla="*/ 362857 w 1648140"/>
              <a:gd name="connsiteY32" fmla="*/ 101600 h 2024743"/>
              <a:gd name="connsiteX33" fmla="*/ 355600 w 1648140"/>
              <a:gd name="connsiteY33" fmla="*/ 217715 h 2024743"/>
              <a:gd name="connsiteX34" fmla="*/ 348343 w 1648140"/>
              <a:gd name="connsiteY34" fmla="*/ 254000 h 2024743"/>
              <a:gd name="connsiteX35" fmla="*/ 319315 w 1648140"/>
              <a:gd name="connsiteY35" fmla="*/ 319315 h 2024743"/>
              <a:gd name="connsiteX36" fmla="*/ 297543 w 1648140"/>
              <a:gd name="connsiteY36" fmla="*/ 341086 h 2024743"/>
              <a:gd name="connsiteX37" fmla="*/ 275772 w 1648140"/>
              <a:gd name="connsiteY37" fmla="*/ 348343 h 2024743"/>
              <a:gd name="connsiteX38" fmla="*/ 246743 w 1648140"/>
              <a:gd name="connsiteY38" fmla="*/ 362857 h 2024743"/>
              <a:gd name="connsiteX39" fmla="*/ 217715 w 1648140"/>
              <a:gd name="connsiteY39" fmla="*/ 370115 h 2024743"/>
              <a:gd name="connsiteX40" fmla="*/ 159657 w 1648140"/>
              <a:gd name="connsiteY40" fmla="*/ 384629 h 2024743"/>
              <a:gd name="connsiteX41" fmla="*/ 58057 w 1648140"/>
              <a:gd name="connsiteY41" fmla="*/ 391886 h 2024743"/>
              <a:gd name="connsiteX42" fmla="*/ 0 w 1648140"/>
              <a:gd name="connsiteY42" fmla="*/ 370115 h 2024743"/>
              <a:gd name="connsiteX0" fmla="*/ 0 w 1638080"/>
              <a:gd name="connsiteY0" fmla="*/ 370115 h 2024743"/>
              <a:gd name="connsiteX1" fmla="*/ 1270000 w 1638080"/>
              <a:gd name="connsiteY1" fmla="*/ 2024743 h 2024743"/>
              <a:gd name="connsiteX2" fmla="*/ 1175657 w 1638080"/>
              <a:gd name="connsiteY2" fmla="*/ 1865086 h 2024743"/>
              <a:gd name="connsiteX3" fmla="*/ 1161143 w 1638080"/>
              <a:gd name="connsiteY3" fmla="*/ 1799772 h 2024743"/>
              <a:gd name="connsiteX4" fmla="*/ 1153886 w 1638080"/>
              <a:gd name="connsiteY4" fmla="*/ 1778000 h 2024743"/>
              <a:gd name="connsiteX5" fmla="*/ 1146629 w 1638080"/>
              <a:gd name="connsiteY5" fmla="*/ 1748972 h 2024743"/>
              <a:gd name="connsiteX6" fmla="*/ 1139372 w 1638080"/>
              <a:gd name="connsiteY6" fmla="*/ 1727200 h 2024743"/>
              <a:gd name="connsiteX7" fmla="*/ 1132115 w 1638080"/>
              <a:gd name="connsiteY7" fmla="*/ 1698172 h 2024743"/>
              <a:gd name="connsiteX8" fmla="*/ 1117600 w 1638080"/>
              <a:gd name="connsiteY8" fmla="*/ 1654629 h 2024743"/>
              <a:gd name="connsiteX9" fmla="*/ 1103086 w 1638080"/>
              <a:gd name="connsiteY9" fmla="*/ 1632857 h 2024743"/>
              <a:gd name="connsiteX10" fmla="*/ 1074057 w 1638080"/>
              <a:gd name="connsiteY10" fmla="*/ 1502229 h 2024743"/>
              <a:gd name="connsiteX11" fmla="*/ 1074057 w 1638080"/>
              <a:gd name="connsiteY11" fmla="*/ 1211943 h 2024743"/>
              <a:gd name="connsiteX12" fmla="*/ 1088572 w 1638080"/>
              <a:gd name="connsiteY12" fmla="*/ 1153886 h 2024743"/>
              <a:gd name="connsiteX13" fmla="*/ 1095829 w 1638080"/>
              <a:gd name="connsiteY13" fmla="*/ 1117600 h 2024743"/>
              <a:gd name="connsiteX14" fmla="*/ 1110343 w 1638080"/>
              <a:gd name="connsiteY14" fmla="*/ 1088572 h 2024743"/>
              <a:gd name="connsiteX15" fmla="*/ 1117600 w 1638080"/>
              <a:gd name="connsiteY15" fmla="*/ 1066800 h 2024743"/>
              <a:gd name="connsiteX16" fmla="*/ 1124857 w 1638080"/>
              <a:gd name="connsiteY16" fmla="*/ 921657 h 2024743"/>
              <a:gd name="connsiteX17" fmla="*/ 1139372 w 1638080"/>
              <a:gd name="connsiteY17" fmla="*/ 885372 h 2024743"/>
              <a:gd name="connsiteX18" fmla="*/ 1161143 w 1638080"/>
              <a:gd name="connsiteY18" fmla="*/ 827315 h 2024743"/>
              <a:gd name="connsiteX19" fmla="*/ 1175657 w 1638080"/>
              <a:gd name="connsiteY19" fmla="*/ 805543 h 2024743"/>
              <a:gd name="connsiteX20" fmla="*/ 1182915 w 1638080"/>
              <a:gd name="connsiteY20" fmla="*/ 776515 h 2024743"/>
              <a:gd name="connsiteX21" fmla="*/ 1197429 w 1638080"/>
              <a:gd name="connsiteY21" fmla="*/ 754743 h 2024743"/>
              <a:gd name="connsiteX22" fmla="*/ 1226457 w 1638080"/>
              <a:gd name="connsiteY22" fmla="*/ 682172 h 2024743"/>
              <a:gd name="connsiteX23" fmla="*/ 1248229 w 1638080"/>
              <a:gd name="connsiteY23" fmla="*/ 624115 h 2024743"/>
              <a:gd name="connsiteX24" fmla="*/ 1262743 w 1638080"/>
              <a:gd name="connsiteY24" fmla="*/ 609600 h 2024743"/>
              <a:gd name="connsiteX25" fmla="*/ 1277257 w 1638080"/>
              <a:gd name="connsiteY25" fmla="*/ 587829 h 2024743"/>
              <a:gd name="connsiteX26" fmla="*/ 1335315 w 1638080"/>
              <a:gd name="connsiteY26" fmla="*/ 529772 h 2024743"/>
              <a:gd name="connsiteX27" fmla="*/ 1378857 w 1638080"/>
              <a:gd name="connsiteY27" fmla="*/ 486229 h 2024743"/>
              <a:gd name="connsiteX28" fmla="*/ 1587971 w 1638080"/>
              <a:gd name="connsiteY28" fmla="*/ 227011 h 2024743"/>
              <a:gd name="connsiteX29" fmla="*/ 319315 w 1638080"/>
              <a:gd name="connsiteY29" fmla="*/ 0 h 2024743"/>
              <a:gd name="connsiteX30" fmla="*/ 341086 w 1638080"/>
              <a:gd name="connsiteY30" fmla="*/ 58057 h 2024743"/>
              <a:gd name="connsiteX31" fmla="*/ 362857 w 1638080"/>
              <a:gd name="connsiteY31" fmla="*/ 101600 h 2024743"/>
              <a:gd name="connsiteX32" fmla="*/ 355600 w 1638080"/>
              <a:gd name="connsiteY32" fmla="*/ 217715 h 2024743"/>
              <a:gd name="connsiteX33" fmla="*/ 348343 w 1638080"/>
              <a:gd name="connsiteY33" fmla="*/ 254000 h 2024743"/>
              <a:gd name="connsiteX34" fmla="*/ 319315 w 1638080"/>
              <a:gd name="connsiteY34" fmla="*/ 319315 h 2024743"/>
              <a:gd name="connsiteX35" fmla="*/ 297543 w 1638080"/>
              <a:gd name="connsiteY35" fmla="*/ 341086 h 2024743"/>
              <a:gd name="connsiteX36" fmla="*/ 275772 w 1638080"/>
              <a:gd name="connsiteY36" fmla="*/ 348343 h 2024743"/>
              <a:gd name="connsiteX37" fmla="*/ 246743 w 1638080"/>
              <a:gd name="connsiteY37" fmla="*/ 362857 h 2024743"/>
              <a:gd name="connsiteX38" fmla="*/ 217715 w 1638080"/>
              <a:gd name="connsiteY38" fmla="*/ 370115 h 2024743"/>
              <a:gd name="connsiteX39" fmla="*/ 159657 w 1638080"/>
              <a:gd name="connsiteY39" fmla="*/ 384629 h 2024743"/>
              <a:gd name="connsiteX40" fmla="*/ 58057 w 1638080"/>
              <a:gd name="connsiteY40" fmla="*/ 391886 h 2024743"/>
              <a:gd name="connsiteX41" fmla="*/ 0 w 1638080"/>
              <a:gd name="connsiteY41" fmla="*/ 370115 h 2024743"/>
              <a:gd name="connsiteX0" fmla="*/ 0 w 1587971"/>
              <a:gd name="connsiteY0" fmla="*/ 370115 h 2024743"/>
              <a:gd name="connsiteX1" fmla="*/ 1270000 w 1587971"/>
              <a:gd name="connsiteY1" fmla="*/ 2024743 h 2024743"/>
              <a:gd name="connsiteX2" fmla="*/ 1175657 w 1587971"/>
              <a:gd name="connsiteY2" fmla="*/ 1865086 h 2024743"/>
              <a:gd name="connsiteX3" fmla="*/ 1161143 w 1587971"/>
              <a:gd name="connsiteY3" fmla="*/ 1799772 h 2024743"/>
              <a:gd name="connsiteX4" fmla="*/ 1153886 w 1587971"/>
              <a:gd name="connsiteY4" fmla="*/ 1778000 h 2024743"/>
              <a:gd name="connsiteX5" fmla="*/ 1146629 w 1587971"/>
              <a:gd name="connsiteY5" fmla="*/ 1748972 h 2024743"/>
              <a:gd name="connsiteX6" fmla="*/ 1139372 w 1587971"/>
              <a:gd name="connsiteY6" fmla="*/ 1727200 h 2024743"/>
              <a:gd name="connsiteX7" fmla="*/ 1132115 w 1587971"/>
              <a:gd name="connsiteY7" fmla="*/ 1698172 h 2024743"/>
              <a:gd name="connsiteX8" fmla="*/ 1117600 w 1587971"/>
              <a:gd name="connsiteY8" fmla="*/ 1654629 h 2024743"/>
              <a:gd name="connsiteX9" fmla="*/ 1103086 w 1587971"/>
              <a:gd name="connsiteY9" fmla="*/ 1632857 h 2024743"/>
              <a:gd name="connsiteX10" fmla="*/ 1074057 w 1587971"/>
              <a:gd name="connsiteY10" fmla="*/ 1502229 h 2024743"/>
              <a:gd name="connsiteX11" fmla="*/ 1074057 w 1587971"/>
              <a:gd name="connsiteY11" fmla="*/ 1211943 h 2024743"/>
              <a:gd name="connsiteX12" fmla="*/ 1088572 w 1587971"/>
              <a:gd name="connsiteY12" fmla="*/ 1153886 h 2024743"/>
              <a:gd name="connsiteX13" fmla="*/ 1095829 w 1587971"/>
              <a:gd name="connsiteY13" fmla="*/ 1117600 h 2024743"/>
              <a:gd name="connsiteX14" fmla="*/ 1110343 w 1587971"/>
              <a:gd name="connsiteY14" fmla="*/ 1088572 h 2024743"/>
              <a:gd name="connsiteX15" fmla="*/ 1117600 w 1587971"/>
              <a:gd name="connsiteY15" fmla="*/ 1066800 h 2024743"/>
              <a:gd name="connsiteX16" fmla="*/ 1124857 w 1587971"/>
              <a:gd name="connsiteY16" fmla="*/ 921657 h 2024743"/>
              <a:gd name="connsiteX17" fmla="*/ 1139372 w 1587971"/>
              <a:gd name="connsiteY17" fmla="*/ 885372 h 2024743"/>
              <a:gd name="connsiteX18" fmla="*/ 1161143 w 1587971"/>
              <a:gd name="connsiteY18" fmla="*/ 827315 h 2024743"/>
              <a:gd name="connsiteX19" fmla="*/ 1175657 w 1587971"/>
              <a:gd name="connsiteY19" fmla="*/ 805543 h 2024743"/>
              <a:gd name="connsiteX20" fmla="*/ 1182915 w 1587971"/>
              <a:gd name="connsiteY20" fmla="*/ 776515 h 2024743"/>
              <a:gd name="connsiteX21" fmla="*/ 1197429 w 1587971"/>
              <a:gd name="connsiteY21" fmla="*/ 754743 h 2024743"/>
              <a:gd name="connsiteX22" fmla="*/ 1226457 w 1587971"/>
              <a:gd name="connsiteY22" fmla="*/ 682172 h 2024743"/>
              <a:gd name="connsiteX23" fmla="*/ 1248229 w 1587971"/>
              <a:gd name="connsiteY23" fmla="*/ 624115 h 2024743"/>
              <a:gd name="connsiteX24" fmla="*/ 1262743 w 1587971"/>
              <a:gd name="connsiteY24" fmla="*/ 609600 h 2024743"/>
              <a:gd name="connsiteX25" fmla="*/ 1277257 w 1587971"/>
              <a:gd name="connsiteY25" fmla="*/ 587829 h 2024743"/>
              <a:gd name="connsiteX26" fmla="*/ 1335315 w 1587971"/>
              <a:gd name="connsiteY26" fmla="*/ 529772 h 2024743"/>
              <a:gd name="connsiteX27" fmla="*/ 1587971 w 1587971"/>
              <a:gd name="connsiteY27" fmla="*/ 227011 h 2024743"/>
              <a:gd name="connsiteX28" fmla="*/ 319315 w 1587971"/>
              <a:gd name="connsiteY28" fmla="*/ 0 h 2024743"/>
              <a:gd name="connsiteX29" fmla="*/ 341086 w 1587971"/>
              <a:gd name="connsiteY29" fmla="*/ 58057 h 2024743"/>
              <a:gd name="connsiteX30" fmla="*/ 362857 w 1587971"/>
              <a:gd name="connsiteY30" fmla="*/ 101600 h 2024743"/>
              <a:gd name="connsiteX31" fmla="*/ 355600 w 1587971"/>
              <a:gd name="connsiteY31" fmla="*/ 217715 h 2024743"/>
              <a:gd name="connsiteX32" fmla="*/ 348343 w 1587971"/>
              <a:gd name="connsiteY32" fmla="*/ 254000 h 2024743"/>
              <a:gd name="connsiteX33" fmla="*/ 319315 w 1587971"/>
              <a:gd name="connsiteY33" fmla="*/ 319315 h 2024743"/>
              <a:gd name="connsiteX34" fmla="*/ 297543 w 1587971"/>
              <a:gd name="connsiteY34" fmla="*/ 341086 h 2024743"/>
              <a:gd name="connsiteX35" fmla="*/ 275772 w 1587971"/>
              <a:gd name="connsiteY35" fmla="*/ 348343 h 2024743"/>
              <a:gd name="connsiteX36" fmla="*/ 246743 w 1587971"/>
              <a:gd name="connsiteY36" fmla="*/ 362857 h 2024743"/>
              <a:gd name="connsiteX37" fmla="*/ 217715 w 1587971"/>
              <a:gd name="connsiteY37" fmla="*/ 370115 h 2024743"/>
              <a:gd name="connsiteX38" fmla="*/ 159657 w 1587971"/>
              <a:gd name="connsiteY38" fmla="*/ 384629 h 2024743"/>
              <a:gd name="connsiteX39" fmla="*/ 58057 w 1587971"/>
              <a:gd name="connsiteY39" fmla="*/ 391886 h 2024743"/>
              <a:gd name="connsiteX40" fmla="*/ 0 w 1587971"/>
              <a:gd name="connsiteY40" fmla="*/ 370115 h 2024743"/>
              <a:gd name="connsiteX0" fmla="*/ 0 w 1624224"/>
              <a:gd name="connsiteY0" fmla="*/ 370115 h 2024743"/>
              <a:gd name="connsiteX1" fmla="*/ 1270000 w 1624224"/>
              <a:gd name="connsiteY1" fmla="*/ 2024743 h 2024743"/>
              <a:gd name="connsiteX2" fmla="*/ 1175657 w 1624224"/>
              <a:gd name="connsiteY2" fmla="*/ 1865086 h 2024743"/>
              <a:gd name="connsiteX3" fmla="*/ 1161143 w 1624224"/>
              <a:gd name="connsiteY3" fmla="*/ 1799772 h 2024743"/>
              <a:gd name="connsiteX4" fmla="*/ 1153886 w 1624224"/>
              <a:gd name="connsiteY4" fmla="*/ 1778000 h 2024743"/>
              <a:gd name="connsiteX5" fmla="*/ 1146629 w 1624224"/>
              <a:gd name="connsiteY5" fmla="*/ 1748972 h 2024743"/>
              <a:gd name="connsiteX6" fmla="*/ 1139372 w 1624224"/>
              <a:gd name="connsiteY6" fmla="*/ 1727200 h 2024743"/>
              <a:gd name="connsiteX7" fmla="*/ 1132115 w 1624224"/>
              <a:gd name="connsiteY7" fmla="*/ 1698172 h 2024743"/>
              <a:gd name="connsiteX8" fmla="*/ 1117600 w 1624224"/>
              <a:gd name="connsiteY8" fmla="*/ 1654629 h 2024743"/>
              <a:gd name="connsiteX9" fmla="*/ 1103086 w 1624224"/>
              <a:gd name="connsiteY9" fmla="*/ 1632857 h 2024743"/>
              <a:gd name="connsiteX10" fmla="*/ 1074057 w 1624224"/>
              <a:gd name="connsiteY10" fmla="*/ 1502229 h 2024743"/>
              <a:gd name="connsiteX11" fmla="*/ 1074057 w 1624224"/>
              <a:gd name="connsiteY11" fmla="*/ 1211943 h 2024743"/>
              <a:gd name="connsiteX12" fmla="*/ 1088572 w 1624224"/>
              <a:gd name="connsiteY12" fmla="*/ 1153886 h 2024743"/>
              <a:gd name="connsiteX13" fmla="*/ 1095829 w 1624224"/>
              <a:gd name="connsiteY13" fmla="*/ 1117600 h 2024743"/>
              <a:gd name="connsiteX14" fmla="*/ 1110343 w 1624224"/>
              <a:gd name="connsiteY14" fmla="*/ 1088572 h 2024743"/>
              <a:gd name="connsiteX15" fmla="*/ 1117600 w 1624224"/>
              <a:gd name="connsiteY15" fmla="*/ 1066800 h 2024743"/>
              <a:gd name="connsiteX16" fmla="*/ 1124857 w 1624224"/>
              <a:gd name="connsiteY16" fmla="*/ 921657 h 2024743"/>
              <a:gd name="connsiteX17" fmla="*/ 1139372 w 1624224"/>
              <a:gd name="connsiteY17" fmla="*/ 885372 h 2024743"/>
              <a:gd name="connsiteX18" fmla="*/ 1161143 w 1624224"/>
              <a:gd name="connsiteY18" fmla="*/ 827315 h 2024743"/>
              <a:gd name="connsiteX19" fmla="*/ 1175657 w 1624224"/>
              <a:gd name="connsiteY19" fmla="*/ 805543 h 2024743"/>
              <a:gd name="connsiteX20" fmla="*/ 1182915 w 1624224"/>
              <a:gd name="connsiteY20" fmla="*/ 776515 h 2024743"/>
              <a:gd name="connsiteX21" fmla="*/ 1197429 w 1624224"/>
              <a:gd name="connsiteY21" fmla="*/ 754743 h 2024743"/>
              <a:gd name="connsiteX22" fmla="*/ 1226457 w 1624224"/>
              <a:gd name="connsiteY22" fmla="*/ 682172 h 2024743"/>
              <a:gd name="connsiteX23" fmla="*/ 1248229 w 1624224"/>
              <a:gd name="connsiteY23" fmla="*/ 624115 h 2024743"/>
              <a:gd name="connsiteX24" fmla="*/ 1262743 w 1624224"/>
              <a:gd name="connsiteY24" fmla="*/ 609600 h 2024743"/>
              <a:gd name="connsiteX25" fmla="*/ 1277257 w 1624224"/>
              <a:gd name="connsiteY25" fmla="*/ 587829 h 2024743"/>
              <a:gd name="connsiteX26" fmla="*/ 1587971 w 1624224"/>
              <a:gd name="connsiteY26" fmla="*/ 227011 h 2024743"/>
              <a:gd name="connsiteX27" fmla="*/ 319315 w 1624224"/>
              <a:gd name="connsiteY27" fmla="*/ 0 h 2024743"/>
              <a:gd name="connsiteX28" fmla="*/ 341086 w 1624224"/>
              <a:gd name="connsiteY28" fmla="*/ 58057 h 2024743"/>
              <a:gd name="connsiteX29" fmla="*/ 362857 w 1624224"/>
              <a:gd name="connsiteY29" fmla="*/ 101600 h 2024743"/>
              <a:gd name="connsiteX30" fmla="*/ 355600 w 1624224"/>
              <a:gd name="connsiteY30" fmla="*/ 217715 h 2024743"/>
              <a:gd name="connsiteX31" fmla="*/ 348343 w 1624224"/>
              <a:gd name="connsiteY31" fmla="*/ 254000 h 2024743"/>
              <a:gd name="connsiteX32" fmla="*/ 319315 w 1624224"/>
              <a:gd name="connsiteY32" fmla="*/ 319315 h 2024743"/>
              <a:gd name="connsiteX33" fmla="*/ 297543 w 1624224"/>
              <a:gd name="connsiteY33" fmla="*/ 341086 h 2024743"/>
              <a:gd name="connsiteX34" fmla="*/ 275772 w 1624224"/>
              <a:gd name="connsiteY34" fmla="*/ 348343 h 2024743"/>
              <a:gd name="connsiteX35" fmla="*/ 246743 w 1624224"/>
              <a:gd name="connsiteY35" fmla="*/ 362857 h 2024743"/>
              <a:gd name="connsiteX36" fmla="*/ 217715 w 1624224"/>
              <a:gd name="connsiteY36" fmla="*/ 370115 h 2024743"/>
              <a:gd name="connsiteX37" fmla="*/ 159657 w 1624224"/>
              <a:gd name="connsiteY37" fmla="*/ 384629 h 2024743"/>
              <a:gd name="connsiteX38" fmla="*/ 58057 w 1624224"/>
              <a:gd name="connsiteY38" fmla="*/ 391886 h 2024743"/>
              <a:gd name="connsiteX39" fmla="*/ 0 w 1624224"/>
              <a:gd name="connsiteY39" fmla="*/ 370115 h 2024743"/>
              <a:gd name="connsiteX0" fmla="*/ 0 w 1624192"/>
              <a:gd name="connsiteY0" fmla="*/ 370115 h 2024743"/>
              <a:gd name="connsiteX1" fmla="*/ 1270000 w 1624192"/>
              <a:gd name="connsiteY1" fmla="*/ 2024743 h 2024743"/>
              <a:gd name="connsiteX2" fmla="*/ 1175657 w 1624192"/>
              <a:gd name="connsiteY2" fmla="*/ 1865086 h 2024743"/>
              <a:gd name="connsiteX3" fmla="*/ 1161143 w 1624192"/>
              <a:gd name="connsiteY3" fmla="*/ 1799772 h 2024743"/>
              <a:gd name="connsiteX4" fmla="*/ 1153886 w 1624192"/>
              <a:gd name="connsiteY4" fmla="*/ 1778000 h 2024743"/>
              <a:gd name="connsiteX5" fmla="*/ 1146629 w 1624192"/>
              <a:gd name="connsiteY5" fmla="*/ 1748972 h 2024743"/>
              <a:gd name="connsiteX6" fmla="*/ 1139372 w 1624192"/>
              <a:gd name="connsiteY6" fmla="*/ 1727200 h 2024743"/>
              <a:gd name="connsiteX7" fmla="*/ 1132115 w 1624192"/>
              <a:gd name="connsiteY7" fmla="*/ 1698172 h 2024743"/>
              <a:gd name="connsiteX8" fmla="*/ 1117600 w 1624192"/>
              <a:gd name="connsiteY8" fmla="*/ 1654629 h 2024743"/>
              <a:gd name="connsiteX9" fmla="*/ 1103086 w 1624192"/>
              <a:gd name="connsiteY9" fmla="*/ 1632857 h 2024743"/>
              <a:gd name="connsiteX10" fmla="*/ 1074057 w 1624192"/>
              <a:gd name="connsiteY10" fmla="*/ 1502229 h 2024743"/>
              <a:gd name="connsiteX11" fmla="*/ 1074057 w 1624192"/>
              <a:gd name="connsiteY11" fmla="*/ 1211943 h 2024743"/>
              <a:gd name="connsiteX12" fmla="*/ 1088572 w 1624192"/>
              <a:gd name="connsiteY12" fmla="*/ 1153886 h 2024743"/>
              <a:gd name="connsiteX13" fmla="*/ 1095829 w 1624192"/>
              <a:gd name="connsiteY13" fmla="*/ 1117600 h 2024743"/>
              <a:gd name="connsiteX14" fmla="*/ 1110343 w 1624192"/>
              <a:gd name="connsiteY14" fmla="*/ 1088572 h 2024743"/>
              <a:gd name="connsiteX15" fmla="*/ 1117600 w 1624192"/>
              <a:gd name="connsiteY15" fmla="*/ 1066800 h 2024743"/>
              <a:gd name="connsiteX16" fmla="*/ 1124857 w 1624192"/>
              <a:gd name="connsiteY16" fmla="*/ 921657 h 2024743"/>
              <a:gd name="connsiteX17" fmla="*/ 1139372 w 1624192"/>
              <a:gd name="connsiteY17" fmla="*/ 885372 h 2024743"/>
              <a:gd name="connsiteX18" fmla="*/ 1161143 w 1624192"/>
              <a:gd name="connsiteY18" fmla="*/ 827315 h 2024743"/>
              <a:gd name="connsiteX19" fmla="*/ 1175657 w 1624192"/>
              <a:gd name="connsiteY19" fmla="*/ 805543 h 2024743"/>
              <a:gd name="connsiteX20" fmla="*/ 1182915 w 1624192"/>
              <a:gd name="connsiteY20" fmla="*/ 776515 h 2024743"/>
              <a:gd name="connsiteX21" fmla="*/ 1197429 w 1624192"/>
              <a:gd name="connsiteY21" fmla="*/ 754743 h 2024743"/>
              <a:gd name="connsiteX22" fmla="*/ 1226457 w 1624192"/>
              <a:gd name="connsiteY22" fmla="*/ 682172 h 2024743"/>
              <a:gd name="connsiteX23" fmla="*/ 1248229 w 1624192"/>
              <a:gd name="connsiteY23" fmla="*/ 624115 h 2024743"/>
              <a:gd name="connsiteX24" fmla="*/ 1262743 w 1624192"/>
              <a:gd name="connsiteY24" fmla="*/ 609600 h 2024743"/>
              <a:gd name="connsiteX25" fmla="*/ 1277257 w 1624192"/>
              <a:gd name="connsiteY25" fmla="*/ 587829 h 2024743"/>
              <a:gd name="connsiteX26" fmla="*/ 1587937 w 1624192"/>
              <a:gd name="connsiteY26" fmla="*/ 533461 h 2024743"/>
              <a:gd name="connsiteX27" fmla="*/ 319315 w 1624192"/>
              <a:gd name="connsiteY27" fmla="*/ 0 h 2024743"/>
              <a:gd name="connsiteX28" fmla="*/ 341086 w 1624192"/>
              <a:gd name="connsiteY28" fmla="*/ 58057 h 2024743"/>
              <a:gd name="connsiteX29" fmla="*/ 362857 w 1624192"/>
              <a:gd name="connsiteY29" fmla="*/ 101600 h 2024743"/>
              <a:gd name="connsiteX30" fmla="*/ 355600 w 1624192"/>
              <a:gd name="connsiteY30" fmla="*/ 217715 h 2024743"/>
              <a:gd name="connsiteX31" fmla="*/ 348343 w 1624192"/>
              <a:gd name="connsiteY31" fmla="*/ 254000 h 2024743"/>
              <a:gd name="connsiteX32" fmla="*/ 319315 w 1624192"/>
              <a:gd name="connsiteY32" fmla="*/ 319315 h 2024743"/>
              <a:gd name="connsiteX33" fmla="*/ 297543 w 1624192"/>
              <a:gd name="connsiteY33" fmla="*/ 341086 h 2024743"/>
              <a:gd name="connsiteX34" fmla="*/ 275772 w 1624192"/>
              <a:gd name="connsiteY34" fmla="*/ 348343 h 2024743"/>
              <a:gd name="connsiteX35" fmla="*/ 246743 w 1624192"/>
              <a:gd name="connsiteY35" fmla="*/ 362857 h 2024743"/>
              <a:gd name="connsiteX36" fmla="*/ 217715 w 1624192"/>
              <a:gd name="connsiteY36" fmla="*/ 370115 h 2024743"/>
              <a:gd name="connsiteX37" fmla="*/ 159657 w 1624192"/>
              <a:gd name="connsiteY37" fmla="*/ 384629 h 2024743"/>
              <a:gd name="connsiteX38" fmla="*/ 58057 w 1624192"/>
              <a:gd name="connsiteY38" fmla="*/ 391886 h 2024743"/>
              <a:gd name="connsiteX39" fmla="*/ 0 w 1624192"/>
              <a:gd name="connsiteY39" fmla="*/ 370115 h 2024743"/>
              <a:gd name="connsiteX0" fmla="*/ 0 w 1624192"/>
              <a:gd name="connsiteY0" fmla="*/ 370115 h 2024743"/>
              <a:gd name="connsiteX1" fmla="*/ 1270000 w 1624192"/>
              <a:gd name="connsiteY1" fmla="*/ 2024743 h 2024743"/>
              <a:gd name="connsiteX2" fmla="*/ 1175657 w 1624192"/>
              <a:gd name="connsiteY2" fmla="*/ 1865086 h 2024743"/>
              <a:gd name="connsiteX3" fmla="*/ 1161143 w 1624192"/>
              <a:gd name="connsiteY3" fmla="*/ 1799772 h 2024743"/>
              <a:gd name="connsiteX4" fmla="*/ 1153886 w 1624192"/>
              <a:gd name="connsiteY4" fmla="*/ 1778000 h 2024743"/>
              <a:gd name="connsiteX5" fmla="*/ 1146629 w 1624192"/>
              <a:gd name="connsiteY5" fmla="*/ 1748972 h 2024743"/>
              <a:gd name="connsiteX6" fmla="*/ 1139372 w 1624192"/>
              <a:gd name="connsiteY6" fmla="*/ 1727200 h 2024743"/>
              <a:gd name="connsiteX7" fmla="*/ 1132115 w 1624192"/>
              <a:gd name="connsiteY7" fmla="*/ 1698172 h 2024743"/>
              <a:gd name="connsiteX8" fmla="*/ 1117600 w 1624192"/>
              <a:gd name="connsiteY8" fmla="*/ 1654629 h 2024743"/>
              <a:gd name="connsiteX9" fmla="*/ 1103086 w 1624192"/>
              <a:gd name="connsiteY9" fmla="*/ 1632857 h 2024743"/>
              <a:gd name="connsiteX10" fmla="*/ 1074057 w 1624192"/>
              <a:gd name="connsiteY10" fmla="*/ 1502229 h 2024743"/>
              <a:gd name="connsiteX11" fmla="*/ 1074057 w 1624192"/>
              <a:gd name="connsiteY11" fmla="*/ 1211943 h 2024743"/>
              <a:gd name="connsiteX12" fmla="*/ 1088572 w 1624192"/>
              <a:gd name="connsiteY12" fmla="*/ 1153886 h 2024743"/>
              <a:gd name="connsiteX13" fmla="*/ 1095829 w 1624192"/>
              <a:gd name="connsiteY13" fmla="*/ 1117600 h 2024743"/>
              <a:gd name="connsiteX14" fmla="*/ 1110343 w 1624192"/>
              <a:gd name="connsiteY14" fmla="*/ 1088572 h 2024743"/>
              <a:gd name="connsiteX15" fmla="*/ 1117600 w 1624192"/>
              <a:gd name="connsiteY15" fmla="*/ 1066800 h 2024743"/>
              <a:gd name="connsiteX16" fmla="*/ 1124857 w 1624192"/>
              <a:gd name="connsiteY16" fmla="*/ 921657 h 2024743"/>
              <a:gd name="connsiteX17" fmla="*/ 1139372 w 1624192"/>
              <a:gd name="connsiteY17" fmla="*/ 885372 h 2024743"/>
              <a:gd name="connsiteX18" fmla="*/ 1161143 w 1624192"/>
              <a:gd name="connsiteY18" fmla="*/ 827315 h 2024743"/>
              <a:gd name="connsiteX19" fmla="*/ 1175657 w 1624192"/>
              <a:gd name="connsiteY19" fmla="*/ 805543 h 2024743"/>
              <a:gd name="connsiteX20" fmla="*/ 1182915 w 1624192"/>
              <a:gd name="connsiteY20" fmla="*/ 776515 h 2024743"/>
              <a:gd name="connsiteX21" fmla="*/ 1197429 w 1624192"/>
              <a:gd name="connsiteY21" fmla="*/ 754743 h 2024743"/>
              <a:gd name="connsiteX22" fmla="*/ 1226457 w 1624192"/>
              <a:gd name="connsiteY22" fmla="*/ 682172 h 2024743"/>
              <a:gd name="connsiteX23" fmla="*/ 1248229 w 1624192"/>
              <a:gd name="connsiteY23" fmla="*/ 624115 h 2024743"/>
              <a:gd name="connsiteX24" fmla="*/ 1262743 w 1624192"/>
              <a:gd name="connsiteY24" fmla="*/ 609600 h 2024743"/>
              <a:gd name="connsiteX25" fmla="*/ 1277257 w 1624192"/>
              <a:gd name="connsiteY25" fmla="*/ 587829 h 2024743"/>
              <a:gd name="connsiteX26" fmla="*/ 1587937 w 1624192"/>
              <a:gd name="connsiteY26" fmla="*/ 533461 h 2024743"/>
              <a:gd name="connsiteX27" fmla="*/ 319315 w 1624192"/>
              <a:gd name="connsiteY27" fmla="*/ 0 h 2024743"/>
              <a:gd name="connsiteX28" fmla="*/ 341086 w 1624192"/>
              <a:gd name="connsiteY28" fmla="*/ 58057 h 2024743"/>
              <a:gd name="connsiteX29" fmla="*/ 362857 w 1624192"/>
              <a:gd name="connsiteY29" fmla="*/ 101600 h 2024743"/>
              <a:gd name="connsiteX30" fmla="*/ 355600 w 1624192"/>
              <a:gd name="connsiteY30" fmla="*/ 217715 h 2024743"/>
              <a:gd name="connsiteX31" fmla="*/ 348343 w 1624192"/>
              <a:gd name="connsiteY31" fmla="*/ 254000 h 2024743"/>
              <a:gd name="connsiteX32" fmla="*/ 319315 w 1624192"/>
              <a:gd name="connsiteY32" fmla="*/ 319315 h 2024743"/>
              <a:gd name="connsiteX33" fmla="*/ 297543 w 1624192"/>
              <a:gd name="connsiteY33" fmla="*/ 341086 h 2024743"/>
              <a:gd name="connsiteX34" fmla="*/ 275772 w 1624192"/>
              <a:gd name="connsiteY34" fmla="*/ 348343 h 2024743"/>
              <a:gd name="connsiteX35" fmla="*/ 246743 w 1624192"/>
              <a:gd name="connsiteY35" fmla="*/ 362857 h 2024743"/>
              <a:gd name="connsiteX36" fmla="*/ 217715 w 1624192"/>
              <a:gd name="connsiteY36" fmla="*/ 370115 h 2024743"/>
              <a:gd name="connsiteX37" fmla="*/ 159657 w 1624192"/>
              <a:gd name="connsiteY37" fmla="*/ 384629 h 2024743"/>
              <a:gd name="connsiteX38" fmla="*/ 58057 w 1624192"/>
              <a:gd name="connsiteY38" fmla="*/ 391886 h 2024743"/>
              <a:gd name="connsiteX39" fmla="*/ 0 w 1624192"/>
              <a:gd name="connsiteY39" fmla="*/ 370115 h 2024743"/>
              <a:gd name="connsiteX0" fmla="*/ 0 w 1629305"/>
              <a:gd name="connsiteY0" fmla="*/ 370115 h 2024743"/>
              <a:gd name="connsiteX1" fmla="*/ 1270000 w 1629305"/>
              <a:gd name="connsiteY1" fmla="*/ 2024743 h 2024743"/>
              <a:gd name="connsiteX2" fmla="*/ 1175657 w 1629305"/>
              <a:gd name="connsiteY2" fmla="*/ 1865086 h 2024743"/>
              <a:gd name="connsiteX3" fmla="*/ 1161143 w 1629305"/>
              <a:gd name="connsiteY3" fmla="*/ 1799772 h 2024743"/>
              <a:gd name="connsiteX4" fmla="*/ 1153886 w 1629305"/>
              <a:gd name="connsiteY4" fmla="*/ 1778000 h 2024743"/>
              <a:gd name="connsiteX5" fmla="*/ 1146629 w 1629305"/>
              <a:gd name="connsiteY5" fmla="*/ 1748972 h 2024743"/>
              <a:gd name="connsiteX6" fmla="*/ 1139372 w 1629305"/>
              <a:gd name="connsiteY6" fmla="*/ 1727200 h 2024743"/>
              <a:gd name="connsiteX7" fmla="*/ 1132115 w 1629305"/>
              <a:gd name="connsiteY7" fmla="*/ 1698172 h 2024743"/>
              <a:gd name="connsiteX8" fmla="*/ 1117600 w 1629305"/>
              <a:gd name="connsiteY8" fmla="*/ 1654629 h 2024743"/>
              <a:gd name="connsiteX9" fmla="*/ 1103086 w 1629305"/>
              <a:gd name="connsiteY9" fmla="*/ 1632857 h 2024743"/>
              <a:gd name="connsiteX10" fmla="*/ 1074057 w 1629305"/>
              <a:gd name="connsiteY10" fmla="*/ 1502229 h 2024743"/>
              <a:gd name="connsiteX11" fmla="*/ 1074057 w 1629305"/>
              <a:gd name="connsiteY11" fmla="*/ 1211943 h 2024743"/>
              <a:gd name="connsiteX12" fmla="*/ 1088572 w 1629305"/>
              <a:gd name="connsiteY12" fmla="*/ 1153886 h 2024743"/>
              <a:gd name="connsiteX13" fmla="*/ 1095829 w 1629305"/>
              <a:gd name="connsiteY13" fmla="*/ 1117600 h 2024743"/>
              <a:gd name="connsiteX14" fmla="*/ 1110343 w 1629305"/>
              <a:gd name="connsiteY14" fmla="*/ 1088572 h 2024743"/>
              <a:gd name="connsiteX15" fmla="*/ 1117600 w 1629305"/>
              <a:gd name="connsiteY15" fmla="*/ 1066800 h 2024743"/>
              <a:gd name="connsiteX16" fmla="*/ 1124857 w 1629305"/>
              <a:gd name="connsiteY16" fmla="*/ 921657 h 2024743"/>
              <a:gd name="connsiteX17" fmla="*/ 1139372 w 1629305"/>
              <a:gd name="connsiteY17" fmla="*/ 885372 h 2024743"/>
              <a:gd name="connsiteX18" fmla="*/ 1161143 w 1629305"/>
              <a:gd name="connsiteY18" fmla="*/ 827315 h 2024743"/>
              <a:gd name="connsiteX19" fmla="*/ 1175657 w 1629305"/>
              <a:gd name="connsiteY19" fmla="*/ 805543 h 2024743"/>
              <a:gd name="connsiteX20" fmla="*/ 1182915 w 1629305"/>
              <a:gd name="connsiteY20" fmla="*/ 776515 h 2024743"/>
              <a:gd name="connsiteX21" fmla="*/ 1197429 w 1629305"/>
              <a:gd name="connsiteY21" fmla="*/ 754743 h 2024743"/>
              <a:gd name="connsiteX22" fmla="*/ 1226457 w 1629305"/>
              <a:gd name="connsiteY22" fmla="*/ 682172 h 2024743"/>
              <a:gd name="connsiteX23" fmla="*/ 1248229 w 1629305"/>
              <a:gd name="connsiteY23" fmla="*/ 624115 h 2024743"/>
              <a:gd name="connsiteX24" fmla="*/ 1262743 w 1629305"/>
              <a:gd name="connsiteY24" fmla="*/ 609600 h 2024743"/>
              <a:gd name="connsiteX25" fmla="*/ 1277257 w 1629305"/>
              <a:gd name="connsiteY25" fmla="*/ 587829 h 2024743"/>
              <a:gd name="connsiteX26" fmla="*/ 1587937 w 1629305"/>
              <a:gd name="connsiteY26" fmla="*/ 533461 h 2024743"/>
              <a:gd name="connsiteX27" fmla="*/ 319315 w 1629305"/>
              <a:gd name="connsiteY27" fmla="*/ 0 h 2024743"/>
              <a:gd name="connsiteX28" fmla="*/ 341086 w 1629305"/>
              <a:gd name="connsiteY28" fmla="*/ 58057 h 2024743"/>
              <a:gd name="connsiteX29" fmla="*/ 362857 w 1629305"/>
              <a:gd name="connsiteY29" fmla="*/ 101600 h 2024743"/>
              <a:gd name="connsiteX30" fmla="*/ 355600 w 1629305"/>
              <a:gd name="connsiteY30" fmla="*/ 217715 h 2024743"/>
              <a:gd name="connsiteX31" fmla="*/ 348343 w 1629305"/>
              <a:gd name="connsiteY31" fmla="*/ 254000 h 2024743"/>
              <a:gd name="connsiteX32" fmla="*/ 319315 w 1629305"/>
              <a:gd name="connsiteY32" fmla="*/ 319315 h 2024743"/>
              <a:gd name="connsiteX33" fmla="*/ 297543 w 1629305"/>
              <a:gd name="connsiteY33" fmla="*/ 341086 h 2024743"/>
              <a:gd name="connsiteX34" fmla="*/ 275772 w 1629305"/>
              <a:gd name="connsiteY34" fmla="*/ 348343 h 2024743"/>
              <a:gd name="connsiteX35" fmla="*/ 246743 w 1629305"/>
              <a:gd name="connsiteY35" fmla="*/ 362857 h 2024743"/>
              <a:gd name="connsiteX36" fmla="*/ 217715 w 1629305"/>
              <a:gd name="connsiteY36" fmla="*/ 370115 h 2024743"/>
              <a:gd name="connsiteX37" fmla="*/ 159657 w 1629305"/>
              <a:gd name="connsiteY37" fmla="*/ 384629 h 2024743"/>
              <a:gd name="connsiteX38" fmla="*/ 58057 w 1629305"/>
              <a:gd name="connsiteY38" fmla="*/ 391886 h 2024743"/>
              <a:gd name="connsiteX39" fmla="*/ 0 w 1629305"/>
              <a:gd name="connsiteY39" fmla="*/ 370115 h 2024743"/>
              <a:gd name="connsiteX0" fmla="*/ 0 w 1628228"/>
              <a:gd name="connsiteY0" fmla="*/ 370115 h 2024743"/>
              <a:gd name="connsiteX1" fmla="*/ 1270000 w 1628228"/>
              <a:gd name="connsiteY1" fmla="*/ 2024743 h 2024743"/>
              <a:gd name="connsiteX2" fmla="*/ 1175657 w 1628228"/>
              <a:gd name="connsiteY2" fmla="*/ 1865086 h 2024743"/>
              <a:gd name="connsiteX3" fmla="*/ 1161143 w 1628228"/>
              <a:gd name="connsiteY3" fmla="*/ 1799772 h 2024743"/>
              <a:gd name="connsiteX4" fmla="*/ 1153886 w 1628228"/>
              <a:gd name="connsiteY4" fmla="*/ 1778000 h 2024743"/>
              <a:gd name="connsiteX5" fmla="*/ 1146629 w 1628228"/>
              <a:gd name="connsiteY5" fmla="*/ 1748972 h 2024743"/>
              <a:gd name="connsiteX6" fmla="*/ 1139372 w 1628228"/>
              <a:gd name="connsiteY6" fmla="*/ 1727200 h 2024743"/>
              <a:gd name="connsiteX7" fmla="*/ 1132115 w 1628228"/>
              <a:gd name="connsiteY7" fmla="*/ 1698172 h 2024743"/>
              <a:gd name="connsiteX8" fmla="*/ 1117600 w 1628228"/>
              <a:gd name="connsiteY8" fmla="*/ 1654629 h 2024743"/>
              <a:gd name="connsiteX9" fmla="*/ 1103086 w 1628228"/>
              <a:gd name="connsiteY9" fmla="*/ 1632857 h 2024743"/>
              <a:gd name="connsiteX10" fmla="*/ 1074057 w 1628228"/>
              <a:gd name="connsiteY10" fmla="*/ 1502229 h 2024743"/>
              <a:gd name="connsiteX11" fmla="*/ 1074057 w 1628228"/>
              <a:gd name="connsiteY11" fmla="*/ 1211943 h 2024743"/>
              <a:gd name="connsiteX12" fmla="*/ 1088572 w 1628228"/>
              <a:gd name="connsiteY12" fmla="*/ 1153886 h 2024743"/>
              <a:gd name="connsiteX13" fmla="*/ 1095829 w 1628228"/>
              <a:gd name="connsiteY13" fmla="*/ 1117600 h 2024743"/>
              <a:gd name="connsiteX14" fmla="*/ 1110343 w 1628228"/>
              <a:gd name="connsiteY14" fmla="*/ 1088572 h 2024743"/>
              <a:gd name="connsiteX15" fmla="*/ 1117600 w 1628228"/>
              <a:gd name="connsiteY15" fmla="*/ 1066800 h 2024743"/>
              <a:gd name="connsiteX16" fmla="*/ 1124857 w 1628228"/>
              <a:gd name="connsiteY16" fmla="*/ 921657 h 2024743"/>
              <a:gd name="connsiteX17" fmla="*/ 1139372 w 1628228"/>
              <a:gd name="connsiteY17" fmla="*/ 885372 h 2024743"/>
              <a:gd name="connsiteX18" fmla="*/ 1161143 w 1628228"/>
              <a:gd name="connsiteY18" fmla="*/ 827315 h 2024743"/>
              <a:gd name="connsiteX19" fmla="*/ 1175657 w 1628228"/>
              <a:gd name="connsiteY19" fmla="*/ 805543 h 2024743"/>
              <a:gd name="connsiteX20" fmla="*/ 1182915 w 1628228"/>
              <a:gd name="connsiteY20" fmla="*/ 776515 h 2024743"/>
              <a:gd name="connsiteX21" fmla="*/ 1197429 w 1628228"/>
              <a:gd name="connsiteY21" fmla="*/ 754743 h 2024743"/>
              <a:gd name="connsiteX22" fmla="*/ 1226457 w 1628228"/>
              <a:gd name="connsiteY22" fmla="*/ 682172 h 2024743"/>
              <a:gd name="connsiteX23" fmla="*/ 1248229 w 1628228"/>
              <a:gd name="connsiteY23" fmla="*/ 624115 h 2024743"/>
              <a:gd name="connsiteX24" fmla="*/ 1262743 w 1628228"/>
              <a:gd name="connsiteY24" fmla="*/ 609600 h 2024743"/>
              <a:gd name="connsiteX25" fmla="*/ 1277257 w 1628228"/>
              <a:gd name="connsiteY25" fmla="*/ 587829 h 2024743"/>
              <a:gd name="connsiteX26" fmla="*/ 1587937 w 1628228"/>
              <a:gd name="connsiteY26" fmla="*/ 533461 h 2024743"/>
              <a:gd name="connsiteX27" fmla="*/ 319315 w 1628228"/>
              <a:gd name="connsiteY27" fmla="*/ 0 h 2024743"/>
              <a:gd name="connsiteX28" fmla="*/ 341086 w 1628228"/>
              <a:gd name="connsiteY28" fmla="*/ 58057 h 2024743"/>
              <a:gd name="connsiteX29" fmla="*/ 362857 w 1628228"/>
              <a:gd name="connsiteY29" fmla="*/ 101600 h 2024743"/>
              <a:gd name="connsiteX30" fmla="*/ 355600 w 1628228"/>
              <a:gd name="connsiteY30" fmla="*/ 217715 h 2024743"/>
              <a:gd name="connsiteX31" fmla="*/ 348343 w 1628228"/>
              <a:gd name="connsiteY31" fmla="*/ 254000 h 2024743"/>
              <a:gd name="connsiteX32" fmla="*/ 319315 w 1628228"/>
              <a:gd name="connsiteY32" fmla="*/ 319315 h 2024743"/>
              <a:gd name="connsiteX33" fmla="*/ 297543 w 1628228"/>
              <a:gd name="connsiteY33" fmla="*/ 341086 h 2024743"/>
              <a:gd name="connsiteX34" fmla="*/ 275772 w 1628228"/>
              <a:gd name="connsiteY34" fmla="*/ 348343 h 2024743"/>
              <a:gd name="connsiteX35" fmla="*/ 246743 w 1628228"/>
              <a:gd name="connsiteY35" fmla="*/ 362857 h 2024743"/>
              <a:gd name="connsiteX36" fmla="*/ 217715 w 1628228"/>
              <a:gd name="connsiteY36" fmla="*/ 370115 h 2024743"/>
              <a:gd name="connsiteX37" fmla="*/ 159657 w 1628228"/>
              <a:gd name="connsiteY37" fmla="*/ 384629 h 2024743"/>
              <a:gd name="connsiteX38" fmla="*/ 58057 w 1628228"/>
              <a:gd name="connsiteY38" fmla="*/ 391886 h 2024743"/>
              <a:gd name="connsiteX39" fmla="*/ 0 w 1628228"/>
              <a:gd name="connsiteY39" fmla="*/ 370115 h 2024743"/>
              <a:gd name="connsiteX0" fmla="*/ 0 w 1628228"/>
              <a:gd name="connsiteY0" fmla="*/ 370115 h 2024743"/>
              <a:gd name="connsiteX1" fmla="*/ 1270000 w 1628228"/>
              <a:gd name="connsiteY1" fmla="*/ 2024743 h 2024743"/>
              <a:gd name="connsiteX2" fmla="*/ 1175657 w 1628228"/>
              <a:gd name="connsiteY2" fmla="*/ 1865086 h 2024743"/>
              <a:gd name="connsiteX3" fmla="*/ 1161143 w 1628228"/>
              <a:gd name="connsiteY3" fmla="*/ 1799772 h 2024743"/>
              <a:gd name="connsiteX4" fmla="*/ 1153886 w 1628228"/>
              <a:gd name="connsiteY4" fmla="*/ 1778000 h 2024743"/>
              <a:gd name="connsiteX5" fmla="*/ 1146629 w 1628228"/>
              <a:gd name="connsiteY5" fmla="*/ 1748972 h 2024743"/>
              <a:gd name="connsiteX6" fmla="*/ 1139372 w 1628228"/>
              <a:gd name="connsiteY6" fmla="*/ 1727200 h 2024743"/>
              <a:gd name="connsiteX7" fmla="*/ 1132115 w 1628228"/>
              <a:gd name="connsiteY7" fmla="*/ 1698172 h 2024743"/>
              <a:gd name="connsiteX8" fmla="*/ 1117600 w 1628228"/>
              <a:gd name="connsiteY8" fmla="*/ 1654629 h 2024743"/>
              <a:gd name="connsiteX9" fmla="*/ 1103086 w 1628228"/>
              <a:gd name="connsiteY9" fmla="*/ 1632857 h 2024743"/>
              <a:gd name="connsiteX10" fmla="*/ 1074057 w 1628228"/>
              <a:gd name="connsiteY10" fmla="*/ 1502229 h 2024743"/>
              <a:gd name="connsiteX11" fmla="*/ 1074057 w 1628228"/>
              <a:gd name="connsiteY11" fmla="*/ 1211943 h 2024743"/>
              <a:gd name="connsiteX12" fmla="*/ 1088572 w 1628228"/>
              <a:gd name="connsiteY12" fmla="*/ 1153886 h 2024743"/>
              <a:gd name="connsiteX13" fmla="*/ 1095829 w 1628228"/>
              <a:gd name="connsiteY13" fmla="*/ 1117600 h 2024743"/>
              <a:gd name="connsiteX14" fmla="*/ 1110343 w 1628228"/>
              <a:gd name="connsiteY14" fmla="*/ 1088572 h 2024743"/>
              <a:gd name="connsiteX15" fmla="*/ 1117600 w 1628228"/>
              <a:gd name="connsiteY15" fmla="*/ 1066800 h 2024743"/>
              <a:gd name="connsiteX16" fmla="*/ 1124857 w 1628228"/>
              <a:gd name="connsiteY16" fmla="*/ 921657 h 2024743"/>
              <a:gd name="connsiteX17" fmla="*/ 1139372 w 1628228"/>
              <a:gd name="connsiteY17" fmla="*/ 885372 h 2024743"/>
              <a:gd name="connsiteX18" fmla="*/ 1161143 w 1628228"/>
              <a:gd name="connsiteY18" fmla="*/ 827315 h 2024743"/>
              <a:gd name="connsiteX19" fmla="*/ 1175657 w 1628228"/>
              <a:gd name="connsiteY19" fmla="*/ 805543 h 2024743"/>
              <a:gd name="connsiteX20" fmla="*/ 1182915 w 1628228"/>
              <a:gd name="connsiteY20" fmla="*/ 776515 h 2024743"/>
              <a:gd name="connsiteX21" fmla="*/ 1197429 w 1628228"/>
              <a:gd name="connsiteY21" fmla="*/ 754743 h 2024743"/>
              <a:gd name="connsiteX22" fmla="*/ 1226457 w 1628228"/>
              <a:gd name="connsiteY22" fmla="*/ 682172 h 2024743"/>
              <a:gd name="connsiteX23" fmla="*/ 1248229 w 1628228"/>
              <a:gd name="connsiteY23" fmla="*/ 624115 h 2024743"/>
              <a:gd name="connsiteX24" fmla="*/ 1262743 w 1628228"/>
              <a:gd name="connsiteY24" fmla="*/ 609600 h 2024743"/>
              <a:gd name="connsiteX25" fmla="*/ 1277257 w 1628228"/>
              <a:gd name="connsiteY25" fmla="*/ 587829 h 2024743"/>
              <a:gd name="connsiteX26" fmla="*/ 1587937 w 1628228"/>
              <a:gd name="connsiteY26" fmla="*/ 533461 h 2024743"/>
              <a:gd name="connsiteX27" fmla="*/ 319315 w 1628228"/>
              <a:gd name="connsiteY27" fmla="*/ 0 h 2024743"/>
              <a:gd name="connsiteX28" fmla="*/ 341086 w 1628228"/>
              <a:gd name="connsiteY28" fmla="*/ 58057 h 2024743"/>
              <a:gd name="connsiteX29" fmla="*/ 362857 w 1628228"/>
              <a:gd name="connsiteY29" fmla="*/ 101600 h 2024743"/>
              <a:gd name="connsiteX30" fmla="*/ 355600 w 1628228"/>
              <a:gd name="connsiteY30" fmla="*/ 217715 h 2024743"/>
              <a:gd name="connsiteX31" fmla="*/ 348343 w 1628228"/>
              <a:gd name="connsiteY31" fmla="*/ 254000 h 2024743"/>
              <a:gd name="connsiteX32" fmla="*/ 319315 w 1628228"/>
              <a:gd name="connsiteY32" fmla="*/ 319315 h 2024743"/>
              <a:gd name="connsiteX33" fmla="*/ 297543 w 1628228"/>
              <a:gd name="connsiteY33" fmla="*/ 341086 h 2024743"/>
              <a:gd name="connsiteX34" fmla="*/ 275772 w 1628228"/>
              <a:gd name="connsiteY34" fmla="*/ 348343 h 2024743"/>
              <a:gd name="connsiteX35" fmla="*/ 246743 w 1628228"/>
              <a:gd name="connsiteY35" fmla="*/ 362857 h 2024743"/>
              <a:gd name="connsiteX36" fmla="*/ 217715 w 1628228"/>
              <a:gd name="connsiteY36" fmla="*/ 370115 h 2024743"/>
              <a:gd name="connsiteX37" fmla="*/ 155267 w 1628228"/>
              <a:gd name="connsiteY37" fmla="*/ 403247 h 2024743"/>
              <a:gd name="connsiteX38" fmla="*/ 58057 w 1628228"/>
              <a:gd name="connsiteY38" fmla="*/ 391886 h 2024743"/>
              <a:gd name="connsiteX39" fmla="*/ 0 w 1628228"/>
              <a:gd name="connsiteY39" fmla="*/ 370115 h 2024743"/>
              <a:gd name="connsiteX0" fmla="*/ 0 w 1628228"/>
              <a:gd name="connsiteY0" fmla="*/ 370115 h 2024743"/>
              <a:gd name="connsiteX1" fmla="*/ 1270000 w 1628228"/>
              <a:gd name="connsiteY1" fmla="*/ 2024743 h 2024743"/>
              <a:gd name="connsiteX2" fmla="*/ 1175657 w 1628228"/>
              <a:gd name="connsiteY2" fmla="*/ 1865086 h 2024743"/>
              <a:gd name="connsiteX3" fmla="*/ 1161143 w 1628228"/>
              <a:gd name="connsiteY3" fmla="*/ 1799772 h 2024743"/>
              <a:gd name="connsiteX4" fmla="*/ 1153886 w 1628228"/>
              <a:gd name="connsiteY4" fmla="*/ 1778000 h 2024743"/>
              <a:gd name="connsiteX5" fmla="*/ 1146629 w 1628228"/>
              <a:gd name="connsiteY5" fmla="*/ 1748972 h 2024743"/>
              <a:gd name="connsiteX6" fmla="*/ 1139372 w 1628228"/>
              <a:gd name="connsiteY6" fmla="*/ 1727200 h 2024743"/>
              <a:gd name="connsiteX7" fmla="*/ 1132115 w 1628228"/>
              <a:gd name="connsiteY7" fmla="*/ 1698172 h 2024743"/>
              <a:gd name="connsiteX8" fmla="*/ 1117600 w 1628228"/>
              <a:gd name="connsiteY8" fmla="*/ 1654629 h 2024743"/>
              <a:gd name="connsiteX9" fmla="*/ 1103086 w 1628228"/>
              <a:gd name="connsiteY9" fmla="*/ 1632857 h 2024743"/>
              <a:gd name="connsiteX10" fmla="*/ 1074057 w 1628228"/>
              <a:gd name="connsiteY10" fmla="*/ 1502229 h 2024743"/>
              <a:gd name="connsiteX11" fmla="*/ 1074057 w 1628228"/>
              <a:gd name="connsiteY11" fmla="*/ 1211943 h 2024743"/>
              <a:gd name="connsiteX12" fmla="*/ 1088572 w 1628228"/>
              <a:gd name="connsiteY12" fmla="*/ 1153886 h 2024743"/>
              <a:gd name="connsiteX13" fmla="*/ 1095829 w 1628228"/>
              <a:gd name="connsiteY13" fmla="*/ 1117600 h 2024743"/>
              <a:gd name="connsiteX14" fmla="*/ 1110343 w 1628228"/>
              <a:gd name="connsiteY14" fmla="*/ 1088572 h 2024743"/>
              <a:gd name="connsiteX15" fmla="*/ 1117600 w 1628228"/>
              <a:gd name="connsiteY15" fmla="*/ 1066800 h 2024743"/>
              <a:gd name="connsiteX16" fmla="*/ 1124857 w 1628228"/>
              <a:gd name="connsiteY16" fmla="*/ 921657 h 2024743"/>
              <a:gd name="connsiteX17" fmla="*/ 1139372 w 1628228"/>
              <a:gd name="connsiteY17" fmla="*/ 885372 h 2024743"/>
              <a:gd name="connsiteX18" fmla="*/ 1161143 w 1628228"/>
              <a:gd name="connsiteY18" fmla="*/ 827315 h 2024743"/>
              <a:gd name="connsiteX19" fmla="*/ 1175657 w 1628228"/>
              <a:gd name="connsiteY19" fmla="*/ 805543 h 2024743"/>
              <a:gd name="connsiteX20" fmla="*/ 1182915 w 1628228"/>
              <a:gd name="connsiteY20" fmla="*/ 776515 h 2024743"/>
              <a:gd name="connsiteX21" fmla="*/ 1197429 w 1628228"/>
              <a:gd name="connsiteY21" fmla="*/ 754743 h 2024743"/>
              <a:gd name="connsiteX22" fmla="*/ 1226457 w 1628228"/>
              <a:gd name="connsiteY22" fmla="*/ 682172 h 2024743"/>
              <a:gd name="connsiteX23" fmla="*/ 1248229 w 1628228"/>
              <a:gd name="connsiteY23" fmla="*/ 624115 h 2024743"/>
              <a:gd name="connsiteX24" fmla="*/ 1262743 w 1628228"/>
              <a:gd name="connsiteY24" fmla="*/ 609600 h 2024743"/>
              <a:gd name="connsiteX25" fmla="*/ 1277257 w 1628228"/>
              <a:gd name="connsiteY25" fmla="*/ 587829 h 2024743"/>
              <a:gd name="connsiteX26" fmla="*/ 1587937 w 1628228"/>
              <a:gd name="connsiteY26" fmla="*/ 533461 h 2024743"/>
              <a:gd name="connsiteX27" fmla="*/ 319315 w 1628228"/>
              <a:gd name="connsiteY27" fmla="*/ 0 h 2024743"/>
              <a:gd name="connsiteX28" fmla="*/ 341086 w 1628228"/>
              <a:gd name="connsiteY28" fmla="*/ 58057 h 2024743"/>
              <a:gd name="connsiteX29" fmla="*/ 362857 w 1628228"/>
              <a:gd name="connsiteY29" fmla="*/ 101600 h 2024743"/>
              <a:gd name="connsiteX30" fmla="*/ 355600 w 1628228"/>
              <a:gd name="connsiteY30" fmla="*/ 217715 h 2024743"/>
              <a:gd name="connsiteX31" fmla="*/ 348343 w 1628228"/>
              <a:gd name="connsiteY31" fmla="*/ 254000 h 2024743"/>
              <a:gd name="connsiteX32" fmla="*/ 319315 w 1628228"/>
              <a:gd name="connsiteY32" fmla="*/ 319315 h 2024743"/>
              <a:gd name="connsiteX33" fmla="*/ 297543 w 1628228"/>
              <a:gd name="connsiteY33" fmla="*/ 341086 h 2024743"/>
              <a:gd name="connsiteX34" fmla="*/ 275772 w 1628228"/>
              <a:gd name="connsiteY34" fmla="*/ 348343 h 2024743"/>
              <a:gd name="connsiteX35" fmla="*/ 246743 w 1628228"/>
              <a:gd name="connsiteY35" fmla="*/ 362857 h 2024743"/>
              <a:gd name="connsiteX36" fmla="*/ 218725 w 1628228"/>
              <a:gd name="connsiteY36" fmla="*/ 389391 h 2024743"/>
              <a:gd name="connsiteX37" fmla="*/ 155267 w 1628228"/>
              <a:gd name="connsiteY37" fmla="*/ 403247 h 2024743"/>
              <a:gd name="connsiteX38" fmla="*/ 58057 w 1628228"/>
              <a:gd name="connsiteY38" fmla="*/ 391886 h 2024743"/>
              <a:gd name="connsiteX39" fmla="*/ 0 w 1628228"/>
              <a:gd name="connsiteY39" fmla="*/ 370115 h 2024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628228" h="2024743">
                <a:moveTo>
                  <a:pt x="0" y="370115"/>
                </a:moveTo>
                <a:lnTo>
                  <a:pt x="1270000" y="2024743"/>
                </a:lnTo>
                <a:lnTo>
                  <a:pt x="1175657" y="1865086"/>
                </a:lnTo>
                <a:cubicBezTo>
                  <a:pt x="1170819" y="1843315"/>
                  <a:pt x="1166552" y="1821409"/>
                  <a:pt x="1161143" y="1799772"/>
                </a:cubicBezTo>
                <a:cubicBezTo>
                  <a:pt x="1159288" y="1792351"/>
                  <a:pt x="1155988" y="1785356"/>
                  <a:pt x="1153886" y="1778000"/>
                </a:cubicBezTo>
                <a:cubicBezTo>
                  <a:pt x="1151146" y="1768410"/>
                  <a:pt x="1149369" y="1758562"/>
                  <a:pt x="1146629" y="1748972"/>
                </a:cubicBezTo>
                <a:cubicBezTo>
                  <a:pt x="1144527" y="1741616"/>
                  <a:pt x="1141474" y="1734556"/>
                  <a:pt x="1139372" y="1727200"/>
                </a:cubicBezTo>
                <a:cubicBezTo>
                  <a:pt x="1136632" y="1717610"/>
                  <a:pt x="1134981" y="1707725"/>
                  <a:pt x="1132115" y="1698172"/>
                </a:cubicBezTo>
                <a:cubicBezTo>
                  <a:pt x="1127719" y="1683518"/>
                  <a:pt x="1126086" y="1667359"/>
                  <a:pt x="1117600" y="1654629"/>
                </a:cubicBezTo>
                <a:cubicBezTo>
                  <a:pt x="1112762" y="1647372"/>
                  <a:pt x="1106628" y="1640827"/>
                  <a:pt x="1103086" y="1632857"/>
                </a:cubicBezTo>
                <a:cubicBezTo>
                  <a:pt x="1084768" y="1591641"/>
                  <a:pt x="1080347" y="1546253"/>
                  <a:pt x="1074057" y="1502229"/>
                </a:cubicBezTo>
                <a:cubicBezTo>
                  <a:pt x="1064519" y="1359154"/>
                  <a:pt x="1062443" y="1386150"/>
                  <a:pt x="1074057" y="1211943"/>
                </a:cubicBezTo>
                <a:cubicBezTo>
                  <a:pt x="1076489" y="1175470"/>
                  <a:pt x="1081338" y="1182823"/>
                  <a:pt x="1088572" y="1153886"/>
                </a:cubicBezTo>
                <a:cubicBezTo>
                  <a:pt x="1091564" y="1141919"/>
                  <a:pt x="1091928" y="1129302"/>
                  <a:pt x="1095829" y="1117600"/>
                </a:cubicBezTo>
                <a:cubicBezTo>
                  <a:pt x="1099250" y="1107337"/>
                  <a:pt x="1106082" y="1098515"/>
                  <a:pt x="1110343" y="1088572"/>
                </a:cubicBezTo>
                <a:cubicBezTo>
                  <a:pt x="1113356" y="1081541"/>
                  <a:pt x="1115181" y="1074057"/>
                  <a:pt x="1117600" y="1066800"/>
                </a:cubicBezTo>
                <a:cubicBezTo>
                  <a:pt x="1120019" y="1018419"/>
                  <a:pt x="1119085" y="969753"/>
                  <a:pt x="1124857" y="921657"/>
                </a:cubicBezTo>
                <a:cubicBezTo>
                  <a:pt x="1126409" y="908723"/>
                  <a:pt x="1134798" y="897569"/>
                  <a:pt x="1139372" y="885372"/>
                </a:cubicBezTo>
                <a:cubicBezTo>
                  <a:pt x="1148796" y="860241"/>
                  <a:pt x="1147112" y="855378"/>
                  <a:pt x="1161143" y="827315"/>
                </a:cubicBezTo>
                <a:cubicBezTo>
                  <a:pt x="1165044" y="819514"/>
                  <a:pt x="1170819" y="812800"/>
                  <a:pt x="1175657" y="805543"/>
                </a:cubicBezTo>
                <a:cubicBezTo>
                  <a:pt x="1178076" y="795867"/>
                  <a:pt x="1178986" y="785682"/>
                  <a:pt x="1182915" y="776515"/>
                </a:cubicBezTo>
                <a:cubicBezTo>
                  <a:pt x="1186351" y="768498"/>
                  <a:pt x="1194671" y="763018"/>
                  <a:pt x="1197429" y="754743"/>
                </a:cubicBezTo>
                <a:cubicBezTo>
                  <a:pt x="1223315" y="677082"/>
                  <a:pt x="1182179" y="741210"/>
                  <a:pt x="1226457" y="682172"/>
                </a:cubicBezTo>
                <a:cubicBezTo>
                  <a:pt x="1232840" y="656644"/>
                  <a:pt x="1233050" y="646884"/>
                  <a:pt x="1248229" y="624115"/>
                </a:cubicBezTo>
                <a:cubicBezTo>
                  <a:pt x="1252024" y="618422"/>
                  <a:pt x="1258469" y="614943"/>
                  <a:pt x="1262743" y="609600"/>
                </a:cubicBezTo>
                <a:cubicBezTo>
                  <a:pt x="1268191" y="602789"/>
                  <a:pt x="1223058" y="600519"/>
                  <a:pt x="1277257" y="587829"/>
                </a:cubicBezTo>
                <a:cubicBezTo>
                  <a:pt x="1331456" y="575139"/>
                  <a:pt x="1759408" y="608867"/>
                  <a:pt x="1587937" y="533461"/>
                </a:cubicBezTo>
                <a:cubicBezTo>
                  <a:pt x="1180643" y="354350"/>
                  <a:pt x="720877" y="120952"/>
                  <a:pt x="319315" y="0"/>
                </a:cubicBezTo>
                <a:cubicBezTo>
                  <a:pt x="326572" y="19352"/>
                  <a:pt x="331843" y="39571"/>
                  <a:pt x="341086" y="58057"/>
                </a:cubicBezTo>
                <a:cubicBezTo>
                  <a:pt x="373436" y="122758"/>
                  <a:pt x="338222" y="3059"/>
                  <a:pt x="362857" y="101600"/>
                </a:cubicBezTo>
                <a:cubicBezTo>
                  <a:pt x="360438" y="140305"/>
                  <a:pt x="359277" y="179109"/>
                  <a:pt x="355600" y="217715"/>
                </a:cubicBezTo>
                <a:cubicBezTo>
                  <a:pt x="354431" y="229994"/>
                  <a:pt x="351588" y="242100"/>
                  <a:pt x="348343" y="254000"/>
                </a:cubicBezTo>
                <a:cubicBezTo>
                  <a:pt x="340647" y="282220"/>
                  <a:pt x="336856" y="298266"/>
                  <a:pt x="319315" y="319315"/>
                </a:cubicBezTo>
                <a:cubicBezTo>
                  <a:pt x="312745" y="327199"/>
                  <a:pt x="306083" y="335393"/>
                  <a:pt x="297543" y="341086"/>
                </a:cubicBezTo>
                <a:cubicBezTo>
                  <a:pt x="291178" y="345329"/>
                  <a:pt x="282803" y="345330"/>
                  <a:pt x="275772" y="348343"/>
                </a:cubicBezTo>
                <a:cubicBezTo>
                  <a:pt x="265828" y="352605"/>
                  <a:pt x="256251" y="356016"/>
                  <a:pt x="246743" y="362857"/>
                </a:cubicBezTo>
                <a:cubicBezTo>
                  <a:pt x="237235" y="369698"/>
                  <a:pt x="233971" y="382659"/>
                  <a:pt x="218725" y="389391"/>
                </a:cubicBezTo>
                <a:cubicBezTo>
                  <a:pt x="203479" y="396123"/>
                  <a:pt x="190302" y="399559"/>
                  <a:pt x="155267" y="403247"/>
                </a:cubicBezTo>
                <a:cubicBezTo>
                  <a:pt x="121501" y="406801"/>
                  <a:pt x="91924" y="389467"/>
                  <a:pt x="58057" y="391886"/>
                </a:cubicBezTo>
                <a:lnTo>
                  <a:pt x="0" y="370115"/>
                </a:lnTo>
                <a:close/>
              </a:path>
            </a:pathLst>
          </a:custGeom>
          <a:solidFill>
            <a:srgbClr val="EAF3F5">
              <a:alpha val="6117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1FEFFE3-D1EB-A830-3621-AB1615E1B9D6}"/>
              </a:ext>
            </a:extLst>
          </p:cNvPr>
          <p:cNvSpPr/>
          <p:nvPr/>
        </p:nvSpPr>
        <p:spPr>
          <a:xfrm rot="18900000">
            <a:off x="250166" y="2667737"/>
            <a:ext cx="537782" cy="86030"/>
          </a:xfrm>
          <a:prstGeom prst="roundRect">
            <a:avLst/>
          </a:prstGeom>
          <a:solidFill>
            <a:srgbClr val="7F83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CA0019A-E744-10DE-9C24-4599A17F3326}"/>
              </a:ext>
            </a:extLst>
          </p:cNvPr>
          <p:cNvGrpSpPr/>
          <p:nvPr/>
        </p:nvGrpSpPr>
        <p:grpSpPr>
          <a:xfrm>
            <a:off x="3667931" y="1620265"/>
            <a:ext cx="3203640" cy="2367253"/>
            <a:chOff x="3486150" y="1814222"/>
            <a:chExt cx="3203640" cy="2367253"/>
          </a:xfrm>
        </p:grpSpPr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2E4AD053-2C82-5CA7-D878-E23C4C3D9FC8}"/>
                </a:ext>
              </a:extLst>
            </p:cNvPr>
            <p:cNvSpPr/>
            <p:nvPr/>
          </p:nvSpPr>
          <p:spPr>
            <a:xfrm>
              <a:off x="3486150" y="1814222"/>
              <a:ext cx="3203640" cy="2367253"/>
            </a:xfrm>
            <a:custGeom>
              <a:avLst/>
              <a:gdLst>
                <a:gd name="connsiteX0" fmla="*/ 2409372 w 3577772"/>
                <a:gd name="connsiteY0" fmla="*/ 37465 h 2308950"/>
                <a:gd name="connsiteX1" fmla="*/ 0 w 3577772"/>
                <a:gd name="connsiteY1" fmla="*/ 2308950 h 2308950"/>
                <a:gd name="connsiteX2" fmla="*/ 3577772 w 3577772"/>
                <a:gd name="connsiteY2" fmla="*/ 2200093 h 2308950"/>
                <a:gd name="connsiteX3" fmla="*/ 3534229 w 3577772"/>
                <a:gd name="connsiteY3" fmla="*/ 763179 h 2308950"/>
                <a:gd name="connsiteX4" fmla="*/ 3526972 w 3577772"/>
                <a:gd name="connsiteY4" fmla="*/ 828493 h 2308950"/>
                <a:gd name="connsiteX5" fmla="*/ 3447143 w 3577772"/>
                <a:gd name="connsiteY5" fmla="*/ 886550 h 2308950"/>
                <a:gd name="connsiteX6" fmla="*/ 3432629 w 3577772"/>
                <a:gd name="connsiteY6" fmla="*/ 901065 h 2308950"/>
                <a:gd name="connsiteX7" fmla="*/ 3360058 w 3577772"/>
                <a:gd name="connsiteY7" fmla="*/ 922836 h 2308950"/>
                <a:gd name="connsiteX8" fmla="*/ 3316515 w 3577772"/>
                <a:gd name="connsiteY8" fmla="*/ 937350 h 2308950"/>
                <a:gd name="connsiteX9" fmla="*/ 3178629 w 3577772"/>
                <a:gd name="connsiteY9" fmla="*/ 951865 h 2308950"/>
                <a:gd name="connsiteX10" fmla="*/ 2735943 w 3577772"/>
                <a:gd name="connsiteY10" fmla="*/ 944607 h 2308950"/>
                <a:gd name="connsiteX11" fmla="*/ 2641600 w 3577772"/>
                <a:gd name="connsiteY11" fmla="*/ 922836 h 2308950"/>
                <a:gd name="connsiteX12" fmla="*/ 2598058 w 3577772"/>
                <a:gd name="connsiteY12" fmla="*/ 893807 h 2308950"/>
                <a:gd name="connsiteX13" fmla="*/ 2561772 w 3577772"/>
                <a:gd name="connsiteY13" fmla="*/ 864779 h 2308950"/>
                <a:gd name="connsiteX14" fmla="*/ 2532743 w 3577772"/>
                <a:gd name="connsiteY14" fmla="*/ 821236 h 2308950"/>
                <a:gd name="connsiteX15" fmla="*/ 2510972 w 3577772"/>
                <a:gd name="connsiteY15" fmla="*/ 799465 h 2308950"/>
                <a:gd name="connsiteX16" fmla="*/ 2481943 w 3577772"/>
                <a:gd name="connsiteY16" fmla="*/ 755922 h 2308950"/>
                <a:gd name="connsiteX17" fmla="*/ 2452915 w 3577772"/>
                <a:gd name="connsiteY17" fmla="*/ 719636 h 2308950"/>
                <a:gd name="connsiteX18" fmla="*/ 2423886 w 3577772"/>
                <a:gd name="connsiteY18" fmla="*/ 683350 h 2308950"/>
                <a:gd name="connsiteX19" fmla="*/ 2416629 w 3577772"/>
                <a:gd name="connsiteY19" fmla="*/ 661579 h 2308950"/>
                <a:gd name="connsiteX20" fmla="*/ 2402115 w 3577772"/>
                <a:gd name="connsiteY20" fmla="*/ 639807 h 2308950"/>
                <a:gd name="connsiteX21" fmla="*/ 2387600 w 3577772"/>
                <a:gd name="connsiteY21" fmla="*/ 589007 h 2308950"/>
                <a:gd name="connsiteX22" fmla="*/ 2380343 w 3577772"/>
                <a:gd name="connsiteY22" fmla="*/ 567236 h 2308950"/>
                <a:gd name="connsiteX23" fmla="*/ 2373086 w 3577772"/>
                <a:gd name="connsiteY23" fmla="*/ 523693 h 2308950"/>
                <a:gd name="connsiteX24" fmla="*/ 2358572 w 3577772"/>
                <a:gd name="connsiteY24" fmla="*/ 313236 h 2308950"/>
                <a:gd name="connsiteX25" fmla="*/ 2365829 w 3577772"/>
                <a:gd name="connsiteY25" fmla="*/ 44722 h 2308950"/>
                <a:gd name="connsiteX26" fmla="*/ 2373086 w 3577772"/>
                <a:gd name="connsiteY26" fmla="*/ 1179 h 2308950"/>
                <a:gd name="connsiteX27" fmla="*/ 2380343 w 3577772"/>
                <a:gd name="connsiteY27" fmla="*/ 30207 h 2308950"/>
                <a:gd name="connsiteX28" fmla="*/ 2409372 w 3577772"/>
                <a:gd name="connsiteY28" fmla="*/ 37465 h 2308950"/>
                <a:gd name="connsiteX0" fmla="*/ 2409372 w 3577772"/>
                <a:gd name="connsiteY0" fmla="*/ 17901 h 2289386"/>
                <a:gd name="connsiteX1" fmla="*/ 0 w 3577772"/>
                <a:gd name="connsiteY1" fmla="*/ 2289386 h 2289386"/>
                <a:gd name="connsiteX2" fmla="*/ 3577772 w 3577772"/>
                <a:gd name="connsiteY2" fmla="*/ 2180529 h 2289386"/>
                <a:gd name="connsiteX3" fmla="*/ 3534229 w 3577772"/>
                <a:gd name="connsiteY3" fmla="*/ 743615 h 2289386"/>
                <a:gd name="connsiteX4" fmla="*/ 3526972 w 3577772"/>
                <a:gd name="connsiteY4" fmla="*/ 808929 h 2289386"/>
                <a:gd name="connsiteX5" fmla="*/ 3447143 w 3577772"/>
                <a:gd name="connsiteY5" fmla="*/ 866986 h 2289386"/>
                <a:gd name="connsiteX6" fmla="*/ 3432629 w 3577772"/>
                <a:gd name="connsiteY6" fmla="*/ 881501 h 2289386"/>
                <a:gd name="connsiteX7" fmla="*/ 3360058 w 3577772"/>
                <a:gd name="connsiteY7" fmla="*/ 903272 h 2289386"/>
                <a:gd name="connsiteX8" fmla="*/ 3316515 w 3577772"/>
                <a:gd name="connsiteY8" fmla="*/ 917786 h 2289386"/>
                <a:gd name="connsiteX9" fmla="*/ 3178629 w 3577772"/>
                <a:gd name="connsiteY9" fmla="*/ 932301 h 2289386"/>
                <a:gd name="connsiteX10" fmla="*/ 2735943 w 3577772"/>
                <a:gd name="connsiteY10" fmla="*/ 925043 h 2289386"/>
                <a:gd name="connsiteX11" fmla="*/ 2641600 w 3577772"/>
                <a:gd name="connsiteY11" fmla="*/ 903272 h 2289386"/>
                <a:gd name="connsiteX12" fmla="*/ 2598058 w 3577772"/>
                <a:gd name="connsiteY12" fmla="*/ 874243 h 2289386"/>
                <a:gd name="connsiteX13" fmla="*/ 2561772 w 3577772"/>
                <a:gd name="connsiteY13" fmla="*/ 845215 h 2289386"/>
                <a:gd name="connsiteX14" fmla="*/ 2532743 w 3577772"/>
                <a:gd name="connsiteY14" fmla="*/ 801672 h 2289386"/>
                <a:gd name="connsiteX15" fmla="*/ 2510972 w 3577772"/>
                <a:gd name="connsiteY15" fmla="*/ 779901 h 2289386"/>
                <a:gd name="connsiteX16" fmla="*/ 2481943 w 3577772"/>
                <a:gd name="connsiteY16" fmla="*/ 736358 h 2289386"/>
                <a:gd name="connsiteX17" fmla="*/ 2452915 w 3577772"/>
                <a:gd name="connsiteY17" fmla="*/ 700072 h 2289386"/>
                <a:gd name="connsiteX18" fmla="*/ 2423886 w 3577772"/>
                <a:gd name="connsiteY18" fmla="*/ 663786 h 2289386"/>
                <a:gd name="connsiteX19" fmla="*/ 2416629 w 3577772"/>
                <a:gd name="connsiteY19" fmla="*/ 642015 h 2289386"/>
                <a:gd name="connsiteX20" fmla="*/ 2402115 w 3577772"/>
                <a:gd name="connsiteY20" fmla="*/ 620243 h 2289386"/>
                <a:gd name="connsiteX21" fmla="*/ 2387600 w 3577772"/>
                <a:gd name="connsiteY21" fmla="*/ 569443 h 2289386"/>
                <a:gd name="connsiteX22" fmla="*/ 2380343 w 3577772"/>
                <a:gd name="connsiteY22" fmla="*/ 547672 h 2289386"/>
                <a:gd name="connsiteX23" fmla="*/ 2373086 w 3577772"/>
                <a:gd name="connsiteY23" fmla="*/ 504129 h 2289386"/>
                <a:gd name="connsiteX24" fmla="*/ 2358572 w 3577772"/>
                <a:gd name="connsiteY24" fmla="*/ 293672 h 2289386"/>
                <a:gd name="connsiteX25" fmla="*/ 2365829 w 3577772"/>
                <a:gd name="connsiteY25" fmla="*/ 25158 h 2289386"/>
                <a:gd name="connsiteX26" fmla="*/ 2380343 w 3577772"/>
                <a:gd name="connsiteY26" fmla="*/ 10643 h 2289386"/>
                <a:gd name="connsiteX27" fmla="*/ 2409372 w 3577772"/>
                <a:gd name="connsiteY27" fmla="*/ 17901 h 2289386"/>
                <a:gd name="connsiteX0" fmla="*/ 2196625 w 3577772"/>
                <a:gd name="connsiteY0" fmla="*/ 163328 h 2289386"/>
                <a:gd name="connsiteX1" fmla="*/ 0 w 3577772"/>
                <a:gd name="connsiteY1" fmla="*/ 2289386 h 2289386"/>
                <a:gd name="connsiteX2" fmla="*/ 3577772 w 3577772"/>
                <a:gd name="connsiteY2" fmla="*/ 2180529 h 2289386"/>
                <a:gd name="connsiteX3" fmla="*/ 3534229 w 3577772"/>
                <a:gd name="connsiteY3" fmla="*/ 743615 h 2289386"/>
                <a:gd name="connsiteX4" fmla="*/ 3526972 w 3577772"/>
                <a:gd name="connsiteY4" fmla="*/ 808929 h 2289386"/>
                <a:gd name="connsiteX5" fmla="*/ 3447143 w 3577772"/>
                <a:gd name="connsiteY5" fmla="*/ 866986 h 2289386"/>
                <a:gd name="connsiteX6" fmla="*/ 3432629 w 3577772"/>
                <a:gd name="connsiteY6" fmla="*/ 881501 h 2289386"/>
                <a:gd name="connsiteX7" fmla="*/ 3360058 w 3577772"/>
                <a:gd name="connsiteY7" fmla="*/ 903272 h 2289386"/>
                <a:gd name="connsiteX8" fmla="*/ 3316515 w 3577772"/>
                <a:gd name="connsiteY8" fmla="*/ 917786 h 2289386"/>
                <a:gd name="connsiteX9" fmla="*/ 3178629 w 3577772"/>
                <a:gd name="connsiteY9" fmla="*/ 932301 h 2289386"/>
                <a:gd name="connsiteX10" fmla="*/ 2735943 w 3577772"/>
                <a:gd name="connsiteY10" fmla="*/ 925043 h 2289386"/>
                <a:gd name="connsiteX11" fmla="*/ 2641600 w 3577772"/>
                <a:gd name="connsiteY11" fmla="*/ 903272 h 2289386"/>
                <a:gd name="connsiteX12" fmla="*/ 2598058 w 3577772"/>
                <a:gd name="connsiteY12" fmla="*/ 874243 h 2289386"/>
                <a:gd name="connsiteX13" fmla="*/ 2561772 w 3577772"/>
                <a:gd name="connsiteY13" fmla="*/ 845215 h 2289386"/>
                <a:gd name="connsiteX14" fmla="*/ 2532743 w 3577772"/>
                <a:gd name="connsiteY14" fmla="*/ 801672 h 2289386"/>
                <a:gd name="connsiteX15" fmla="*/ 2510972 w 3577772"/>
                <a:gd name="connsiteY15" fmla="*/ 779901 h 2289386"/>
                <a:gd name="connsiteX16" fmla="*/ 2481943 w 3577772"/>
                <a:gd name="connsiteY16" fmla="*/ 736358 h 2289386"/>
                <a:gd name="connsiteX17" fmla="*/ 2452915 w 3577772"/>
                <a:gd name="connsiteY17" fmla="*/ 700072 h 2289386"/>
                <a:gd name="connsiteX18" fmla="*/ 2423886 w 3577772"/>
                <a:gd name="connsiteY18" fmla="*/ 663786 h 2289386"/>
                <a:gd name="connsiteX19" fmla="*/ 2416629 w 3577772"/>
                <a:gd name="connsiteY19" fmla="*/ 642015 h 2289386"/>
                <a:gd name="connsiteX20" fmla="*/ 2402115 w 3577772"/>
                <a:gd name="connsiteY20" fmla="*/ 620243 h 2289386"/>
                <a:gd name="connsiteX21" fmla="*/ 2387600 w 3577772"/>
                <a:gd name="connsiteY21" fmla="*/ 569443 h 2289386"/>
                <a:gd name="connsiteX22" fmla="*/ 2380343 w 3577772"/>
                <a:gd name="connsiteY22" fmla="*/ 547672 h 2289386"/>
                <a:gd name="connsiteX23" fmla="*/ 2373086 w 3577772"/>
                <a:gd name="connsiteY23" fmla="*/ 504129 h 2289386"/>
                <a:gd name="connsiteX24" fmla="*/ 2358572 w 3577772"/>
                <a:gd name="connsiteY24" fmla="*/ 293672 h 2289386"/>
                <a:gd name="connsiteX25" fmla="*/ 2365829 w 3577772"/>
                <a:gd name="connsiteY25" fmla="*/ 25158 h 2289386"/>
                <a:gd name="connsiteX26" fmla="*/ 2380343 w 3577772"/>
                <a:gd name="connsiteY26" fmla="*/ 10643 h 2289386"/>
                <a:gd name="connsiteX27" fmla="*/ 2196625 w 3577772"/>
                <a:gd name="connsiteY27" fmla="*/ 163328 h 2289386"/>
                <a:gd name="connsiteX0" fmla="*/ 2196625 w 3577772"/>
                <a:gd name="connsiteY0" fmla="*/ 138172 h 2264230"/>
                <a:gd name="connsiteX1" fmla="*/ 0 w 3577772"/>
                <a:gd name="connsiteY1" fmla="*/ 2264230 h 2264230"/>
                <a:gd name="connsiteX2" fmla="*/ 3577772 w 3577772"/>
                <a:gd name="connsiteY2" fmla="*/ 2155373 h 2264230"/>
                <a:gd name="connsiteX3" fmla="*/ 3534229 w 3577772"/>
                <a:gd name="connsiteY3" fmla="*/ 718459 h 2264230"/>
                <a:gd name="connsiteX4" fmla="*/ 3526972 w 3577772"/>
                <a:gd name="connsiteY4" fmla="*/ 783773 h 2264230"/>
                <a:gd name="connsiteX5" fmla="*/ 3447143 w 3577772"/>
                <a:gd name="connsiteY5" fmla="*/ 841830 h 2264230"/>
                <a:gd name="connsiteX6" fmla="*/ 3432629 w 3577772"/>
                <a:gd name="connsiteY6" fmla="*/ 856345 h 2264230"/>
                <a:gd name="connsiteX7" fmla="*/ 3360058 w 3577772"/>
                <a:gd name="connsiteY7" fmla="*/ 878116 h 2264230"/>
                <a:gd name="connsiteX8" fmla="*/ 3316515 w 3577772"/>
                <a:gd name="connsiteY8" fmla="*/ 892630 h 2264230"/>
                <a:gd name="connsiteX9" fmla="*/ 3178629 w 3577772"/>
                <a:gd name="connsiteY9" fmla="*/ 907145 h 2264230"/>
                <a:gd name="connsiteX10" fmla="*/ 2735943 w 3577772"/>
                <a:gd name="connsiteY10" fmla="*/ 899887 h 2264230"/>
                <a:gd name="connsiteX11" fmla="*/ 2641600 w 3577772"/>
                <a:gd name="connsiteY11" fmla="*/ 878116 h 2264230"/>
                <a:gd name="connsiteX12" fmla="*/ 2598058 w 3577772"/>
                <a:gd name="connsiteY12" fmla="*/ 849087 h 2264230"/>
                <a:gd name="connsiteX13" fmla="*/ 2561772 w 3577772"/>
                <a:gd name="connsiteY13" fmla="*/ 820059 h 2264230"/>
                <a:gd name="connsiteX14" fmla="*/ 2532743 w 3577772"/>
                <a:gd name="connsiteY14" fmla="*/ 776516 h 2264230"/>
                <a:gd name="connsiteX15" fmla="*/ 2510972 w 3577772"/>
                <a:gd name="connsiteY15" fmla="*/ 754745 h 2264230"/>
                <a:gd name="connsiteX16" fmla="*/ 2481943 w 3577772"/>
                <a:gd name="connsiteY16" fmla="*/ 711202 h 2264230"/>
                <a:gd name="connsiteX17" fmla="*/ 2452915 w 3577772"/>
                <a:gd name="connsiteY17" fmla="*/ 674916 h 2264230"/>
                <a:gd name="connsiteX18" fmla="*/ 2423886 w 3577772"/>
                <a:gd name="connsiteY18" fmla="*/ 638630 h 2264230"/>
                <a:gd name="connsiteX19" fmla="*/ 2416629 w 3577772"/>
                <a:gd name="connsiteY19" fmla="*/ 616859 h 2264230"/>
                <a:gd name="connsiteX20" fmla="*/ 2402115 w 3577772"/>
                <a:gd name="connsiteY20" fmla="*/ 595087 h 2264230"/>
                <a:gd name="connsiteX21" fmla="*/ 2387600 w 3577772"/>
                <a:gd name="connsiteY21" fmla="*/ 544287 h 2264230"/>
                <a:gd name="connsiteX22" fmla="*/ 2380343 w 3577772"/>
                <a:gd name="connsiteY22" fmla="*/ 522516 h 2264230"/>
                <a:gd name="connsiteX23" fmla="*/ 2373086 w 3577772"/>
                <a:gd name="connsiteY23" fmla="*/ 478973 h 2264230"/>
                <a:gd name="connsiteX24" fmla="*/ 2358572 w 3577772"/>
                <a:gd name="connsiteY24" fmla="*/ 268516 h 2264230"/>
                <a:gd name="connsiteX25" fmla="*/ 2365829 w 3577772"/>
                <a:gd name="connsiteY25" fmla="*/ 2 h 2264230"/>
                <a:gd name="connsiteX26" fmla="*/ 2183552 w 3577772"/>
                <a:gd name="connsiteY26" fmla="*/ 272062 h 2264230"/>
                <a:gd name="connsiteX27" fmla="*/ 2196625 w 3577772"/>
                <a:gd name="connsiteY27" fmla="*/ 138172 h 2264230"/>
                <a:gd name="connsiteX0" fmla="*/ 2196625 w 3577772"/>
                <a:gd name="connsiteY0" fmla="*/ 0 h 2126058"/>
                <a:gd name="connsiteX1" fmla="*/ 0 w 3577772"/>
                <a:gd name="connsiteY1" fmla="*/ 2126058 h 2126058"/>
                <a:gd name="connsiteX2" fmla="*/ 3577772 w 3577772"/>
                <a:gd name="connsiteY2" fmla="*/ 2017201 h 2126058"/>
                <a:gd name="connsiteX3" fmla="*/ 3534229 w 3577772"/>
                <a:gd name="connsiteY3" fmla="*/ 580287 h 2126058"/>
                <a:gd name="connsiteX4" fmla="*/ 3526972 w 3577772"/>
                <a:gd name="connsiteY4" fmla="*/ 645601 h 2126058"/>
                <a:gd name="connsiteX5" fmla="*/ 3447143 w 3577772"/>
                <a:gd name="connsiteY5" fmla="*/ 703658 h 2126058"/>
                <a:gd name="connsiteX6" fmla="*/ 3432629 w 3577772"/>
                <a:gd name="connsiteY6" fmla="*/ 718173 h 2126058"/>
                <a:gd name="connsiteX7" fmla="*/ 3360058 w 3577772"/>
                <a:gd name="connsiteY7" fmla="*/ 739944 h 2126058"/>
                <a:gd name="connsiteX8" fmla="*/ 3316515 w 3577772"/>
                <a:gd name="connsiteY8" fmla="*/ 754458 h 2126058"/>
                <a:gd name="connsiteX9" fmla="*/ 3178629 w 3577772"/>
                <a:gd name="connsiteY9" fmla="*/ 768973 h 2126058"/>
                <a:gd name="connsiteX10" fmla="*/ 2735943 w 3577772"/>
                <a:gd name="connsiteY10" fmla="*/ 761715 h 2126058"/>
                <a:gd name="connsiteX11" fmla="*/ 2641600 w 3577772"/>
                <a:gd name="connsiteY11" fmla="*/ 739944 h 2126058"/>
                <a:gd name="connsiteX12" fmla="*/ 2598058 w 3577772"/>
                <a:gd name="connsiteY12" fmla="*/ 710915 h 2126058"/>
                <a:gd name="connsiteX13" fmla="*/ 2561772 w 3577772"/>
                <a:gd name="connsiteY13" fmla="*/ 681887 h 2126058"/>
                <a:gd name="connsiteX14" fmla="*/ 2532743 w 3577772"/>
                <a:gd name="connsiteY14" fmla="*/ 638344 h 2126058"/>
                <a:gd name="connsiteX15" fmla="*/ 2510972 w 3577772"/>
                <a:gd name="connsiteY15" fmla="*/ 616573 h 2126058"/>
                <a:gd name="connsiteX16" fmla="*/ 2481943 w 3577772"/>
                <a:gd name="connsiteY16" fmla="*/ 573030 h 2126058"/>
                <a:gd name="connsiteX17" fmla="*/ 2452915 w 3577772"/>
                <a:gd name="connsiteY17" fmla="*/ 536744 h 2126058"/>
                <a:gd name="connsiteX18" fmla="*/ 2423886 w 3577772"/>
                <a:gd name="connsiteY18" fmla="*/ 500458 h 2126058"/>
                <a:gd name="connsiteX19" fmla="*/ 2416629 w 3577772"/>
                <a:gd name="connsiteY19" fmla="*/ 478687 h 2126058"/>
                <a:gd name="connsiteX20" fmla="*/ 2402115 w 3577772"/>
                <a:gd name="connsiteY20" fmla="*/ 456915 h 2126058"/>
                <a:gd name="connsiteX21" fmla="*/ 2387600 w 3577772"/>
                <a:gd name="connsiteY21" fmla="*/ 406115 h 2126058"/>
                <a:gd name="connsiteX22" fmla="*/ 2380343 w 3577772"/>
                <a:gd name="connsiteY22" fmla="*/ 384344 h 2126058"/>
                <a:gd name="connsiteX23" fmla="*/ 2373086 w 3577772"/>
                <a:gd name="connsiteY23" fmla="*/ 340801 h 2126058"/>
                <a:gd name="connsiteX24" fmla="*/ 2358572 w 3577772"/>
                <a:gd name="connsiteY24" fmla="*/ 130344 h 2126058"/>
                <a:gd name="connsiteX25" fmla="*/ 2222224 w 3577772"/>
                <a:gd name="connsiteY25" fmla="*/ 242505 h 2126058"/>
                <a:gd name="connsiteX26" fmla="*/ 2183552 w 3577772"/>
                <a:gd name="connsiteY26" fmla="*/ 133890 h 2126058"/>
                <a:gd name="connsiteX27" fmla="*/ 2196625 w 3577772"/>
                <a:gd name="connsiteY27" fmla="*/ 0 h 2126058"/>
                <a:gd name="connsiteX0" fmla="*/ 2196625 w 3577772"/>
                <a:gd name="connsiteY0" fmla="*/ 0 h 2126058"/>
                <a:gd name="connsiteX1" fmla="*/ 0 w 3577772"/>
                <a:gd name="connsiteY1" fmla="*/ 2126058 h 2126058"/>
                <a:gd name="connsiteX2" fmla="*/ 3577772 w 3577772"/>
                <a:gd name="connsiteY2" fmla="*/ 2017201 h 2126058"/>
                <a:gd name="connsiteX3" fmla="*/ 3534229 w 3577772"/>
                <a:gd name="connsiteY3" fmla="*/ 580287 h 2126058"/>
                <a:gd name="connsiteX4" fmla="*/ 3526972 w 3577772"/>
                <a:gd name="connsiteY4" fmla="*/ 645601 h 2126058"/>
                <a:gd name="connsiteX5" fmla="*/ 3447143 w 3577772"/>
                <a:gd name="connsiteY5" fmla="*/ 703658 h 2126058"/>
                <a:gd name="connsiteX6" fmla="*/ 3432629 w 3577772"/>
                <a:gd name="connsiteY6" fmla="*/ 718173 h 2126058"/>
                <a:gd name="connsiteX7" fmla="*/ 3360058 w 3577772"/>
                <a:gd name="connsiteY7" fmla="*/ 739944 h 2126058"/>
                <a:gd name="connsiteX8" fmla="*/ 3316515 w 3577772"/>
                <a:gd name="connsiteY8" fmla="*/ 754458 h 2126058"/>
                <a:gd name="connsiteX9" fmla="*/ 3178629 w 3577772"/>
                <a:gd name="connsiteY9" fmla="*/ 768973 h 2126058"/>
                <a:gd name="connsiteX10" fmla="*/ 2735943 w 3577772"/>
                <a:gd name="connsiteY10" fmla="*/ 761715 h 2126058"/>
                <a:gd name="connsiteX11" fmla="*/ 2641600 w 3577772"/>
                <a:gd name="connsiteY11" fmla="*/ 739944 h 2126058"/>
                <a:gd name="connsiteX12" fmla="*/ 2598058 w 3577772"/>
                <a:gd name="connsiteY12" fmla="*/ 710915 h 2126058"/>
                <a:gd name="connsiteX13" fmla="*/ 2561772 w 3577772"/>
                <a:gd name="connsiteY13" fmla="*/ 681887 h 2126058"/>
                <a:gd name="connsiteX14" fmla="*/ 2532743 w 3577772"/>
                <a:gd name="connsiteY14" fmla="*/ 638344 h 2126058"/>
                <a:gd name="connsiteX15" fmla="*/ 2510972 w 3577772"/>
                <a:gd name="connsiteY15" fmla="*/ 616573 h 2126058"/>
                <a:gd name="connsiteX16" fmla="*/ 2481943 w 3577772"/>
                <a:gd name="connsiteY16" fmla="*/ 573030 h 2126058"/>
                <a:gd name="connsiteX17" fmla="*/ 2452915 w 3577772"/>
                <a:gd name="connsiteY17" fmla="*/ 536744 h 2126058"/>
                <a:gd name="connsiteX18" fmla="*/ 2423886 w 3577772"/>
                <a:gd name="connsiteY18" fmla="*/ 500458 h 2126058"/>
                <a:gd name="connsiteX19" fmla="*/ 2416629 w 3577772"/>
                <a:gd name="connsiteY19" fmla="*/ 478687 h 2126058"/>
                <a:gd name="connsiteX20" fmla="*/ 2402115 w 3577772"/>
                <a:gd name="connsiteY20" fmla="*/ 456915 h 2126058"/>
                <a:gd name="connsiteX21" fmla="*/ 2387600 w 3577772"/>
                <a:gd name="connsiteY21" fmla="*/ 406115 h 2126058"/>
                <a:gd name="connsiteX22" fmla="*/ 2380343 w 3577772"/>
                <a:gd name="connsiteY22" fmla="*/ 384344 h 2126058"/>
                <a:gd name="connsiteX23" fmla="*/ 2373086 w 3577772"/>
                <a:gd name="connsiteY23" fmla="*/ 340801 h 2126058"/>
                <a:gd name="connsiteX24" fmla="*/ 2241561 w 3577772"/>
                <a:gd name="connsiteY24" fmla="*/ 378425 h 2126058"/>
                <a:gd name="connsiteX25" fmla="*/ 2222224 w 3577772"/>
                <a:gd name="connsiteY25" fmla="*/ 242505 h 2126058"/>
                <a:gd name="connsiteX26" fmla="*/ 2183552 w 3577772"/>
                <a:gd name="connsiteY26" fmla="*/ 133890 h 2126058"/>
                <a:gd name="connsiteX27" fmla="*/ 2196625 w 3577772"/>
                <a:gd name="connsiteY27" fmla="*/ 0 h 2126058"/>
                <a:gd name="connsiteX0" fmla="*/ 2196625 w 3577772"/>
                <a:gd name="connsiteY0" fmla="*/ 0 h 2126058"/>
                <a:gd name="connsiteX1" fmla="*/ 0 w 3577772"/>
                <a:gd name="connsiteY1" fmla="*/ 2126058 h 2126058"/>
                <a:gd name="connsiteX2" fmla="*/ 3577772 w 3577772"/>
                <a:gd name="connsiteY2" fmla="*/ 2017201 h 2126058"/>
                <a:gd name="connsiteX3" fmla="*/ 3534229 w 3577772"/>
                <a:gd name="connsiteY3" fmla="*/ 580287 h 2126058"/>
                <a:gd name="connsiteX4" fmla="*/ 3526972 w 3577772"/>
                <a:gd name="connsiteY4" fmla="*/ 645601 h 2126058"/>
                <a:gd name="connsiteX5" fmla="*/ 3447143 w 3577772"/>
                <a:gd name="connsiteY5" fmla="*/ 703658 h 2126058"/>
                <a:gd name="connsiteX6" fmla="*/ 3432629 w 3577772"/>
                <a:gd name="connsiteY6" fmla="*/ 718173 h 2126058"/>
                <a:gd name="connsiteX7" fmla="*/ 3360058 w 3577772"/>
                <a:gd name="connsiteY7" fmla="*/ 739944 h 2126058"/>
                <a:gd name="connsiteX8" fmla="*/ 3316515 w 3577772"/>
                <a:gd name="connsiteY8" fmla="*/ 754458 h 2126058"/>
                <a:gd name="connsiteX9" fmla="*/ 3178629 w 3577772"/>
                <a:gd name="connsiteY9" fmla="*/ 768973 h 2126058"/>
                <a:gd name="connsiteX10" fmla="*/ 2735943 w 3577772"/>
                <a:gd name="connsiteY10" fmla="*/ 761715 h 2126058"/>
                <a:gd name="connsiteX11" fmla="*/ 2641600 w 3577772"/>
                <a:gd name="connsiteY11" fmla="*/ 739944 h 2126058"/>
                <a:gd name="connsiteX12" fmla="*/ 2598058 w 3577772"/>
                <a:gd name="connsiteY12" fmla="*/ 710915 h 2126058"/>
                <a:gd name="connsiteX13" fmla="*/ 2561772 w 3577772"/>
                <a:gd name="connsiteY13" fmla="*/ 681887 h 2126058"/>
                <a:gd name="connsiteX14" fmla="*/ 2532743 w 3577772"/>
                <a:gd name="connsiteY14" fmla="*/ 638344 h 2126058"/>
                <a:gd name="connsiteX15" fmla="*/ 2510972 w 3577772"/>
                <a:gd name="connsiteY15" fmla="*/ 616573 h 2126058"/>
                <a:gd name="connsiteX16" fmla="*/ 2481943 w 3577772"/>
                <a:gd name="connsiteY16" fmla="*/ 573030 h 2126058"/>
                <a:gd name="connsiteX17" fmla="*/ 2452915 w 3577772"/>
                <a:gd name="connsiteY17" fmla="*/ 536744 h 2126058"/>
                <a:gd name="connsiteX18" fmla="*/ 2423886 w 3577772"/>
                <a:gd name="connsiteY18" fmla="*/ 500458 h 2126058"/>
                <a:gd name="connsiteX19" fmla="*/ 2416629 w 3577772"/>
                <a:gd name="connsiteY19" fmla="*/ 478687 h 2126058"/>
                <a:gd name="connsiteX20" fmla="*/ 2402115 w 3577772"/>
                <a:gd name="connsiteY20" fmla="*/ 456915 h 2126058"/>
                <a:gd name="connsiteX21" fmla="*/ 2387600 w 3577772"/>
                <a:gd name="connsiteY21" fmla="*/ 406115 h 2126058"/>
                <a:gd name="connsiteX22" fmla="*/ 2380343 w 3577772"/>
                <a:gd name="connsiteY22" fmla="*/ 384344 h 2126058"/>
                <a:gd name="connsiteX23" fmla="*/ 2241561 w 3577772"/>
                <a:gd name="connsiteY23" fmla="*/ 378425 h 2126058"/>
                <a:gd name="connsiteX24" fmla="*/ 2222224 w 3577772"/>
                <a:gd name="connsiteY24" fmla="*/ 242505 h 2126058"/>
                <a:gd name="connsiteX25" fmla="*/ 2183552 w 3577772"/>
                <a:gd name="connsiteY25" fmla="*/ 133890 h 2126058"/>
                <a:gd name="connsiteX26" fmla="*/ 2196625 w 3577772"/>
                <a:gd name="connsiteY26" fmla="*/ 0 h 2126058"/>
                <a:gd name="connsiteX0" fmla="*/ 2196625 w 3577772"/>
                <a:gd name="connsiteY0" fmla="*/ 0 h 2126058"/>
                <a:gd name="connsiteX1" fmla="*/ 0 w 3577772"/>
                <a:gd name="connsiteY1" fmla="*/ 2126058 h 2126058"/>
                <a:gd name="connsiteX2" fmla="*/ 3577772 w 3577772"/>
                <a:gd name="connsiteY2" fmla="*/ 2017201 h 2126058"/>
                <a:gd name="connsiteX3" fmla="*/ 3534229 w 3577772"/>
                <a:gd name="connsiteY3" fmla="*/ 580287 h 2126058"/>
                <a:gd name="connsiteX4" fmla="*/ 3526972 w 3577772"/>
                <a:gd name="connsiteY4" fmla="*/ 645601 h 2126058"/>
                <a:gd name="connsiteX5" fmla="*/ 3447143 w 3577772"/>
                <a:gd name="connsiteY5" fmla="*/ 703658 h 2126058"/>
                <a:gd name="connsiteX6" fmla="*/ 3432629 w 3577772"/>
                <a:gd name="connsiteY6" fmla="*/ 718173 h 2126058"/>
                <a:gd name="connsiteX7" fmla="*/ 3360058 w 3577772"/>
                <a:gd name="connsiteY7" fmla="*/ 739944 h 2126058"/>
                <a:gd name="connsiteX8" fmla="*/ 3316515 w 3577772"/>
                <a:gd name="connsiteY8" fmla="*/ 754458 h 2126058"/>
                <a:gd name="connsiteX9" fmla="*/ 3178629 w 3577772"/>
                <a:gd name="connsiteY9" fmla="*/ 768973 h 2126058"/>
                <a:gd name="connsiteX10" fmla="*/ 2735943 w 3577772"/>
                <a:gd name="connsiteY10" fmla="*/ 761715 h 2126058"/>
                <a:gd name="connsiteX11" fmla="*/ 2641600 w 3577772"/>
                <a:gd name="connsiteY11" fmla="*/ 739944 h 2126058"/>
                <a:gd name="connsiteX12" fmla="*/ 2598058 w 3577772"/>
                <a:gd name="connsiteY12" fmla="*/ 710915 h 2126058"/>
                <a:gd name="connsiteX13" fmla="*/ 2561772 w 3577772"/>
                <a:gd name="connsiteY13" fmla="*/ 681887 h 2126058"/>
                <a:gd name="connsiteX14" fmla="*/ 2532743 w 3577772"/>
                <a:gd name="connsiteY14" fmla="*/ 638344 h 2126058"/>
                <a:gd name="connsiteX15" fmla="*/ 2510972 w 3577772"/>
                <a:gd name="connsiteY15" fmla="*/ 616573 h 2126058"/>
                <a:gd name="connsiteX16" fmla="*/ 2481943 w 3577772"/>
                <a:gd name="connsiteY16" fmla="*/ 573030 h 2126058"/>
                <a:gd name="connsiteX17" fmla="*/ 2452915 w 3577772"/>
                <a:gd name="connsiteY17" fmla="*/ 536744 h 2126058"/>
                <a:gd name="connsiteX18" fmla="*/ 2423886 w 3577772"/>
                <a:gd name="connsiteY18" fmla="*/ 500458 h 2126058"/>
                <a:gd name="connsiteX19" fmla="*/ 2416629 w 3577772"/>
                <a:gd name="connsiteY19" fmla="*/ 478687 h 2126058"/>
                <a:gd name="connsiteX20" fmla="*/ 2402115 w 3577772"/>
                <a:gd name="connsiteY20" fmla="*/ 456915 h 2126058"/>
                <a:gd name="connsiteX21" fmla="*/ 2387600 w 3577772"/>
                <a:gd name="connsiteY21" fmla="*/ 406115 h 2126058"/>
                <a:gd name="connsiteX22" fmla="*/ 2327157 w 3577772"/>
                <a:gd name="connsiteY22" fmla="*/ 465612 h 2126058"/>
                <a:gd name="connsiteX23" fmla="*/ 2241561 w 3577772"/>
                <a:gd name="connsiteY23" fmla="*/ 378425 h 2126058"/>
                <a:gd name="connsiteX24" fmla="*/ 2222224 w 3577772"/>
                <a:gd name="connsiteY24" fmla="*/ 242505 h 2126058"/>
                <a:gd name="connsiteX25" fmla="*/ 2183552 w 3577772"/>
                <a:gd name="connsiteY25" fmla="*/ 133890 h 2126058"/>
                <a:gd name="connsiteX26" fmla="*/ 2196625 w 3577772"/>
                <a:gd name="connsiteY26" fmla="*/ 0 h 2126058"/>
                <a:gd name="connsiteX0" fmla="*/ 2196625 w 3577772"/>
                <a:gd name="connsiteY0" fmla="*/ 0 h 2126058"/>
                <a:gd name="connsiteX1" fmla="*/ 0 w 3577772"/>
                <a:gd name="connsiteY1" fmla="*/ 2126058 h 2126058"/>
                <a:gd name="connsiteX2" fmla="*/ 3577772 w 3577772"/>
                <a:gd name="connsiteY2" fmla="*/ 2017201 h 2126058"/>
                <a:gd name="connsiteX3" fmla="*/ 3534229 w 3577772"/>
                <a:gd name="connsiteY3" fmla="*/ 580287 h 2126058"/>
                <a:gd name="connsiteX4" fmla="*/ 3526972 w 3577772"/>
                <a:gd name="connsiteY4" fmla="*/ 645601 h 2126058"/>
                <a:gd name="connsiteX5" fmla="*/ 3447143 w 3577772"/>
                <a:gd name="connsiteY5" fmla="*/ 703658 h 2126058"/>
                <a:gd name="connsiteX6" fmla="*/ 3432629 w 3577772"/>
                <a:gd name="connsiteY6" fmla="*/ 718173 h 2126058"/>
                <a:gd name="connsiteX7" fmla="*/ 3360058 w 3577772"/>
                <a:gd name="connsiteY7" fmla="*/ 739944 h 2126058"/>
                <a:gd name="connsiteX8" fmla="*/ 3316515 w 3577772"/>
                <a:gd name="connsiteY8" fmla="*/ 754458 h 2126058"/>
                <a:gd name="connsiteX9" fmla="*/ 3178629 w 3577772"/>
                <a:gd name="connsiteY9" fmla="*/ 768973 h 2126058"/>
                <a:gd name="connsiteX10" fmla="*/ 2735943 w 3577772"/>
                <a:gd name="connsiteY10" fmla="*/ 761715 h 2126058"/>
                <a:gd name="connsiteX11" fmla="*/ 2641600 w 3577772"/>
                <a:gd name="connsiteY11" fmla="*/ 739944 h 2126058"/>
                <a:gd name="connsiteX12" fmla="*/ 2598058 w 3577772"/>
                <a:gd name="connsiteY12" fmla="*/ 710915 h 2126058"/>
                <a:gd name="connsiteX13" fmla="*/ 2561772 w 3577772"/>
                <a:gd name="connsiteY13" fmla="*/ 681887 h 2126058"/>
                <a:gd name="connsiteX14" fmla="*/ 2532743 w 3577772"/>
                <a:gd name="connsiteY14" fmla="*/ 638344 h 2126058"/>
                <a:gd name="connsiteX15" fmla="*/ 2510972 w 3577772"/>
                <a:gd name="connsiteY15" fmla="*/ 616573 h 2126058"/>
                <a:gd name="connsiteX16" fmla="*/ 2481943 w 3577772"/>
                <a:gd name="connsiteY16" fmla="*/ 573030 h 2126058"/>
                <a:gd name="connsiteX17" fmla="*/ 2452915 w 3577772"/>
                <a:gd name="connsiteY17" fmla="*/ 536744 h 2126058"/>
                <a:gd name="connsiteX18" fmla="*/ 2423886 w 3577772"/>
                <a:gd name="connsiteY18" fmla="*/ 500458 h 2126058"/>
                <a:gd name="connsiteX19" fmla="*/ 2416629 w 3577772"/>
                <a:gd name="connsiteY19" fmla="*/ 478687 h 2126058"/>
                <a:gd name="connsiteX20" fmla="*/ 2402115 w 3577772"/>
                <a:gd name="connsiteY20" fmla="*/ 456915 h 2126058"/>
                <a:gd name="connsiteX21" fmla="*/ 2327157 w 3577772"/>
                <a:gd name="connsiteY21" fmla="*/ 465612 h 2126058"/>
                <a:gd name="connsiteX22" fmla="*/ 2241561 w 3577772"/>
                <a:gd name="connsiteY22" fmla="*/ 378425 h 2126058"/>
                <a:gd name="connsiteX23" fmla="*/ 2222224 w 3577772"/>
                <a:gd name="connsiteY23" fmla="*/ 242505 h 2126058"/>
                <a:gd name="connsiteX24" fmla="*/ 2183552 w 3577772"/>
                <a:gd name="connsiteY24" fmla="*/ 133890 h 2126058"/>
                <a:gd name="connsiteX25" fmla="*/ 2196625 w 3577772"/>
                <a:gd name="connsiteY25" fmla="*/ 0 h 2126058"/>
                <a:gd name="connsiteX0" fmla="*/ 2196625 w 3577772"/>
                <a:gd name="connsiteY0" fmla="*/ 0 h 2126058"/>
                <a:gd name="connsiteX1" fmla="*/ 0 w 3577772"/>
                <a:gd name="connsiteY1" fmla="*/ 2126058 h 2126058"/>
                <a:gd name="connsiteX2" fmla="*/ 3577772 w 3577772"/>
                <a:gd name="connsiteY2" fmla="*/ 2017201 h 2126058"/>
                <a:gd name="connsiteX3" fmla="*/ 3534229 w 3577772"/>
                <a:gd name="connsiteY3" fmla="*/ 580287 h 2126058"/>
                <a:gd name="connsiteX4" fmla="*/ 3526972 w 3577772"/>
                <a:gd name="connsiteY4" fmla="*/ 645601 h 2126058"/>
                <a:gd name="connsiteX5" fmla="*/ 3447143 w 3577772"/>
                <a:gd name="connsiteY5" fmla="*/ 703658 h 2126058"/>
                <a:gd name="connsiteX6" fmla="*/ 3432629 w 3577772"/>
                <a:gd name="connsiteY6" fmla="*/ 718173 h 2126058"/>
                <a:gd name="connsiteX7" fmla="*/ 3360058 w 3577772"/>
                <a:gd name="connsiteY7" fmla="*/ 739944 h 2126058"/>
                <a:gd name="connsiteX8" fmla="*/ 3316515 w 3577772"/>
                <a:gd name="connsiteY8" fmla="*/ 754458 h 2126058"/>
                <a:gd name="connsiteX9" fmla="*/ 3178629 w 3577772"/>
                <a:gd name="connsiteY9" fmla="*/ 768973 h 2126058"/>
                <a:gd name="connsiteX10" fmla="*/ 2735943 w 3577772"/>
                <a:gd name="connsiteY10" fmla="*/ 761715 h 2126058"/>
                <a:gd name="connsiteX11" fmla="*/ 2641600 w 3577772"/>
                <a:gd name="connsiteY11" fmla="*/ 739944 h 2126058"/>
                <a:gd name="connsiteX12" fmla="*/ 2598058 w 3577772"/>
                <a:gd name="connsiteY12" fmla="*/ 710915 h 2126058"/>
                <a:gd name="connsiteX13" fmla="*/ 2561772 w 3577772"/>
                <a:gd name="connsiteY13" fmla="*/ 681887 h 2126058"/>
                <a:gd name="connsiteX14" fmla="*/ 2532743 w 3577772"/>
                <a:gd name="connsiteY14" fmla="*/ 638344 h 2126058"/>
                <a:gd name="connsiteX15" fmla="*/ 2510972 w 3577772"/>
                <a:gd name="connsiteY15" fmla="*/ 616573 h 2126058"/>
                <a:gd name="connsiteX16" fmla="*/ 2481943 w 3577772"/>
                <a:gd name="connsiteY16" fmla="*/ 573030 h 2126058"/>
                <a:gd name="connsiteX17" fmla="*/ 2452915 w 3577772"/>
                <a:gd name="connsiteY17" fmla="*/ 536744 h 2126058"/>
                <a:gd name="connsiteX18" fmla="*/ 2423886 w 3577772"/>
                <a:gd name="connsiteY18" fmla="*/ 500458 h 2126058"/>
                <a:gd name="connsiteX19" fmla="*/ 2416629 w 3577772"/>
                <a:gd name="connsiteY19" fmla="*/ 478687 h 2126058"/>
                <a:gd name="connsiteX20" fmla="*/ 2327157 w 3577772"/>
                <a:gd name="connsiteY20" fmla="*/ 465612 h 2126058"/>
                <a:gd name="connsiteX21" fmla="*/ 2241561 w 3577772"/>
                <a:gd name="connsiteY21" fmla="*/ 378425 h 2126058"/>
                <a:gd name="connsiteX22" fmla="*/ 2222224 w 3577772"/>
                <a:gd name="connsiteY22" fmla="*/ 242505 h 2126058"/>
                <a:gd name="connsiteX23" fmla="*/ 2183552 w 3577772"/>
                <a:gd name="connsiteY23" fmla="*/ 133890 h 2126058"/>
                <a:gd name="connsiteX24" fmla="*/ 2196625 w 3577772"/>
                <a:gd name="connsiteY24" fmla="*/ 0 h 2126058"/>
                <a:gd name="connsiteX0" fmla="*/ 2196625 w 3577772"/>
                <a:gd name="connsiteY0" fmla="*/ 0 h 2126058"/>
                <a:gd name="connsiteX1" fmla="*/ 0 w 3577772"/>
                <a:gd name="connsiteY1" fmla="*/ 2126058 h 2126058"/>
                <a:gd name="connsiteX2" fmla="*/ 3577772 w 3577772"/>
                <a:gd name="connsiteY2" fmla="*/ 2017201 h 2126058"/>
                <a:gd name="connsiteX3" fmla="*/ 3534229 w 3577772"/>
                <a:gd name="connsiteY3" fmla="*/ 580287 h 2126058"/>
                <a:gd name="connsiteX4" fmla="*/ 3526972 w 3577772"/>
                <a:gd name="connsiteY4" fmla="*/ 645601 h 2126058"/>
                <a:gd name="connsiteX5" fmla="*/ 3447143 w 3577772"/>
                <a:gd name="connsiteY5" fmla="*/ 703658 h 2126058"/>
                <a:gd name="connsiteX6" fmla="*/ 3432629 w 3577772"/>
                <a:gd name="connsiteY6" fmla="*/ 718173 h 2126058"/>
                <a:gd name="connsiteX7" fmla="*/ 3360058 w 3577772"/>
                <a:gd name="connsiteY7" fmla="*/ 739944 h 2126058"/>
                <a:gd name="connsiteX8" fmla="*/ 3316515 w 3577772"/>
                <a:gd name="connsiteY8" fmla="*/ 754458 h 2126058"/>
                <a:gd name="connsiteX9" fmla="*/ 3178629 w 3577772"/>
                <a:gd name="connsiteY9" fmla="*/ 768973 h 2126058"/>
                <a:gd name="connsiteX10" fmla="*/ 2735943 w 3577772"/>
                <a:gd name="connsiteY10" fmla="*/ 761715 h 2126058"/>
                <a:gd name="connsiteX11" fmla="*/ 2641600 w 3577772"/>
                <a:gd name="connsiteY11" fmla="*/ 739944 h 2126058"/>
                <a:gd name="connsiteX12" fmla="*/ 2598058 w 3577772"/>
                <a:gd name="connsiteY12" fmla="*/ 710915 h 2126058"/>
                <a:gd name="connsiteX13" fmla="*/ 2561772 w 3577772"/>
                <a:gd name="connsiteY13" fmla="*/ 681887 h 2126058"/>
                <a:gd name="connsiteX14" fmla="*/ 2532743 w 3577772"/>
                <a:gd name="connsiteY14" fmla="*/ 638344 h 2126058"/>
                <a:gd name="connsiteX15" fmla="*/ 2510972 w 3577772"/>
                <a:gd name="connsiteY15" fmla="*/ 616573 h 2126058"/>
                <a:gd name="connsiteX16" fmla="*/ 2481943 w 3577772"/>
                <a:gd name="connsiteY16" fmla="*/ 573030 h 2126058"/>
                <a:gd name="connsiteX17" fmla="*/ 2452915 w 3577772"/>
                <a:gd name="connsiteY17" fmla="*/ 536744 h 2126058"/>
                <a:gd name="connsiteX18" fmla="*/ 2416629 w 3577772"/>
                <a:gd name="connsiteY18" fmla="*/ 478687 h 2126058"/>
                <a:gd name="connsiteX19" fmla="*/ 2327157 w 3577772"/>
                <a:gd name="connsiteY19" fmla="*/ 465612 h 2126058"/>
                <a:gd name="connsiteX20" fmla="*/ 2241561 w 3577772"/>
                <a:gd name="connsiteY20" fmla="*/ 378425 h 2126058"/>
                <a:gd name="connsiteX21" fmla="*/ 2222224 w 3577772"/>
                <a:gd name="connsiteY21" fmla="*/ 242505 h 2126058"/>
                <a:gd name="connsiteX22" fmla="*/ 2183552 w 3577772"/>
                <a:gd name="connsiteY22" fmla="*/ 133890 h 2126058"/>
                <a:gd name="connsiteX23" fmla="*/ 2196625 w 3577772"/>
                <a:gd name="connsiteY23" fmla="*/ 0 h 2126058"/>
                <a:gd name="connsiteX0" fmla="*/ 2196625 w 3577772"/>
                <a:gd name="connsiteY0" fmla="*/ 0 h 2126058"/>
                <a:gd name="connsiteX1" fmla="*/ 0 w 3577772"/>
                <a:gd name="connsiteY1" fmla="*/ 2126058 h 2126058"/>
                <a:gd name="connsiteX2" fmla="*/ 3577772 w 3577772"/>
                <a:gd name="connsiteY2" fmla="*/ 2017201 h 2126058"/>
                <a:gd name="connsiteX3" fmla="*/ 3534229 w 3577772"/>
                <a:gd name="connsiteY3" fmla="*/ 580287 h 2126058"/>
                <a:gd name="connsiteX4" fmla="*/ 3526972 w 3577772"/>
                <a:gd name="connsiteY4" fmla="*/ 645601 h 2126058"/>
                <a:gd name="connsiteX5" fmla="*/ 3447143 w 3577772"/>
                <a:gd name="connsiteY5" fmla="*/ 703658 h 2126058"/>
                <a:gd name="connsiteX6" fmla="*/ 3432629 w 3577772"/>
                <a:gd name="connsiteY6" fmla="*/ 718173 h 2126058"/>
                <a:gd name="connsiteX7" fmla="*/ 3360058 w 3577772"/>
                <a:gd name="connsiteY7" fmla="*/ 739944 h 2126058"/>
                <a:gd name="connsiteX8" fmla="*/ 3316515 w 3577772"/>
                <a:gd name="connsiteY8" fmla="*/ 754458 h 2126058"/>
                <a:gd name="connsiteX9" fmla="*/ 3178629 w 3577772"/>
                <a:gd name="connsiteY9" fmla="*/ 768973 h 2126058"/>
                <a:gd name="connsiteX10" fmla="*/ 2735943 w 3577772"/>
                <a:gd name="connsiteY10" fmla="*/ 761715 h 2126058"/>
                <a:gd name="connsiteX11" fmla="*/ 2641600 w 3577772"/>
                <a:gd name="connsiteY11" fmla="*/ 739944 h 2126058"/>
                <a:gd name="connsiteX12" fmla="*/ 2598058 w 3577772"/>
                <a:gd name="connsiteY12" fmla="*/ 710915 h 2126058"/>
                <a:gd name="connsiteX13" fmla="*/ 2561772 w 3577772"/>
                <a:gd name="connsiteY13" fmla="*/ 681887 h 2126058"/>
                <a:gd name="connsiteX14" fmla="*/ 2532743 w 3577772"/>
                <a:gd name="connsiteY14" fmla="*/ 638344 h 2126058"/>
                <a:gd name="connsiteX15" fmla="*/ 2510972 w 3577772"/>
                <a:gd name="connsiteY15" fmla="*/ 616573 h 2126058"/>
                <a:gd name="connsiteX16" fmla="*/ 2452915 w 3577772"/>
                <a:gd name="connsiteY16" fmla="*/ 536744 h 2126058"/>
                <a:gd name="connsiteX17" fmla="*/ 2416629 w 3577772"/>
                <a:gd name="connsiteY17" fmla="*/ 478687 h 2126058"/>
                <a:gd name="connsiteX18" fmla="*/ 2327157 w 3577772"/>
                <a:gd name="connsiteY18" fmla="*/ 465612 h 2126058"/>
                <a:gd name="connsiteX19" fmla="*/ 2241561 w 3577772"/>
                <a:gd name="connsiteY19" fmla="*/ 378425 h 2126058"/>
                <a:gd name="connsiteX20" fmla="*/ 2222224 w 3577772"/>
                <a:gd name="connsiteY20" fmla="*/ 242505 h 2126058"/>
                <a:gd name="connsiteX21" fmla="*/ 2183552 w 3577772"/>
                <a:gd name="connsiteY21" fmla="*/ 133890 h 2126058"/>
                <a:gd name="connsiteX22" fmla="*/ 2196625 w 3577772"/>
                <a:gd name="connsiteY22" fmla="*/ 0 h 2126058"/>
                <a:gd name="connsiteX0" fmla="*/ 2196625 w 3577772"/>
                <a:gd name="connsiteY0" fmla="*/ 0 h 2126058"/>
                <a:gd name="connsiteX1" fmla="*/ 0 w 3577772"/>
                <a:gd name="connsiteY1" fmla="*/ 2126058 h 2126058"/>
                <a:gd name="connsiteX2" fmla="*/ 3577772 w 3577772"/>
                <a:gd name="connsiteY2" fmla="*/ 2017201 h 2126058"/>
                <a:gd name="connsiteX3" fmla="*/ 3534229 w 3577772"/>
                <a:gd name="connsiteY3" fmla="*/ 580287 h 2126058"/>
                <a:gd name="connsiteX4" fmla="*/ 3526972 w 3577772"/>
                <a:gd name="connsiteY4" fmla="*/ 645601 h 2126058"/>
                <a:gd name="connsiteX5" fmla="*/ 3447143 w 3577772"/>
                <a:gd name="connsiteY5" fmla="*/ 703658 h 2126058"/>
                <a:gd name="connsiteX6" fmla="*/ 3432629 w 3577772"/>
                <a:gd name="connsiteY6" fmla="*/ 718173 h 2126058"/>
                <a:gd name="connsiteX7" fmla="*/ 3360058 w 3577772"/>
                <a:gd name="connsiteY7" fmla="*/ 739944 h 2126058"/>
                <a:gd name="connsiteX8" fmla="*/ 3316515 w 3577772"/>
                <a:gd name="connsiteY8" fmla="*/ 754458 h 2126058"/>
                <a:gd name="connsiteX9" fmla="*/ 3178629 w 3577772"/>
                <a:gd name="connsiteY9" fmla="*/ 768973 h 2126058"/>
                <a:gd name="connsiteX10" fmla="*/ 2735943 w 3577772"/>
                <a:gd name="connsiteY10" fmla="*/ 761715 h 2126058"/>
                <a:gd name="connsiteX11" fmla="*/ 2598058 w 3577772"/>
                <a:gd name="connsiteY11" fmla="*/ 710915 h 2126058"/>
                <a:gd name="connsiteX12" fmla="*/ 2561772 w 3577772"/>
                <a:gd name="connsiteY12" fmla="*/ 681887 h 2126058"/>
                <a:gd name="connsiteX13" fmla="*/ 2532743 w 3577772"/>
                <a:gd name="connsiteY13" fmla="*/ 638344 h 2126058"/>
                <a:gd name="connsiteX14" fmla="*/ 2510972 w 3577772"/>
                <a:gd name="connsiteY14" fmla="*/ 616573 h 2126058"/>
                <a:gd name="connsiteX15" fmla="*/ 2452915 w 3577772"/>
                <a:gd name="connsiteY15" fmla="*/ 536744 h 2126058"/>
                <a:gd name="connsiteX16" fmla="*/ 2416629 w 3577772"/>
                <a:gd name="connsiteY16" fmla="*/ 478687 h 2126058"/>
                <a:gd name="connsiteX17" fmla="*/ 2327157 w 3577772"/>
                <a:gd name="connsiteY17" fmla="*/ 465612 h 2126058"/>
                <a:gd name="connsiteX18" fmla="*/ 2241561 w 3577772"/>
                <a:gd name="connsiteY18" fmla="*/ 378425 h 2126058"/>
                <a:gd name="connsiteX19" fmla="*/ 2222224 w 3577772"/>
                <a:gd name="connsiteY19" fmla="*/ 242505 h 2126058"/>
                <a:gd name="connsiteX20" fmla="*/ 2183552 w 3577772"/>
                <a:gd name="connsiteY20" fmla="*/ 133890 h 2126058"/>
                <a:gd name="connsiteX21" fmla="*/ 2196625 w 3577772"/>
                <a:gd name="connsiteY21" fmla="*/ 0 h 2126058"/>
                <a:gd name="connsiteX0" fmla="*/ 2196625 w 3577772"/>
                <a:gd name="connsiteY0" fmla="*/ 0 h 2126058"/>
                <a:gd name="connsiteX1" fmla="*/ 0 w 3577772"/>
                <a:gd name="connsiteY1" fmla="*/ 2126058 h 2126058"/>
                <a:gd name="connsiteX2" fmla="*/ 3577772 w 3577772"/>
                <a:gd name="connsiteY2" fmla="*/ 2017201 h 2126058"/>
                <a:gd name="connsiteX3" fmla="*/ 3534229 w 3577772"/>
                <a:gd name="connsiteY3" fmla="*/ 580287 h 2126058"/>
                <a:gd name="connsiteX4" fmla="*/ 3526972 w 3577772"/>
                <a:gd name="connsiteY4" fmla="*/ 645601 h 2126058"/>
                <a:gd name="connsiteX5" fmla="*/ 3447143 w 3577772"/>
                <a:gd name="connsiteY5" fmla="*/ 703658 h 2126058"/>
                <a:gd name="connsiteX6" fmla="*/ 3432629 w 3577772"/>
                <a:gd name="connsiteY6" fmla="*/ 718173 h 2126058"/>
                <a:gd name="connsiteX7" fmla="*/ 3360058 w 3577772"/>
                <a:gd name="connsiteY7" fmla="*/ 739944 h 2126058"/>
                <a:gd name="connsiteX8" fmla="*/ 3316515 w 3577772"/>
                <a:gd name="connsiteY8" fmla="*/ 754458 h 2126058"/>
                <a:gd name="connsiteX9" fmla="*/ 3066937 w 3577772"/>
                <a:gd name="connsiteY9" fmla="*/ 636378 h 2126058"/>
                <a:gd name="connsiteX10" fmla="*/ 2735943 w 3577772"/>
                <a:gd name="connsiteY10" fmla="*/ 761715 h 2126058"/>
                <a:gd name="connsiteX11" fmla="*/ 2598058 w 3577772"/>
                <a:gd name="connsiteY11" fmla="*/ 710915 h 2126058"/>
                <a:gd name="connsiteX12" fmla="*/ 2561772 w 3577772"/>
                <a:gd name="connsiteY12" fmla="*/ 681887 h 2126058"/>
                <a:gd name="connsiteX13" fmla="*/ 2532743 w 3577772"/>
                <a:gd name="connsiteY13" fmla="*/ 638344 h 2126058"/>
                <a:gd name="connsiteX14" fmla="*/ 2510972 w 3577772"/>
                <a:gd name="connsiteY14" fmla="*/ 616573 h 2126058"/>
                <a:gd name="connsiteX15" fmla="*/ 2452915 w 3577772"/>
                <a:gd name="connsiteY15" fmla="*/ 536744 h 2126058"/>
                <a:gd name="connsiteX16" fmla="*/ 2416629 w 3577772"/>
                <a:gd name="connsiteY16" fmla="*/ 478687 h 2126058"/>
                <a:gd name="connsiteX17" fmla="*/ 2327157 w 3577772"/>
                <a:gd name="connsiteY17" fmla="*/ 465612 h 2126058"/>
                <a:gd name="connsiteX18" fmla="*/ 2241561 w 3577772"/>
                <a:gd name="connsiteY18" fmla="*/ 378425 h 2126058"/>
                <a:gd name="connsiteX19" fmla="*/ 2222224 w 3577772"/>
                <a:gd name="connsiteY19" fmla="*/ 242505 h 2126058"/>
                <a:gd name="connsiteX20" fmla="*/ 2183552 w 3577772"/>
                <a:gd name="connsiteY20" fmla="*/ 133890 h 2126058"/>
                <a:gd name="connsiteX21" fmla="*/ 2196625 w 3577772"/>
                <a:gd name="connsiteY21" fmla="*/ 0 h 2126058"/>
                <a:gd name="connsiteX0" fmla="*/ 2196625 w 3577772"/>
                <a:gd name="connsiteY0" fmla="*/ 0 h 2126058"/>
                <a:gd name="connsiteX1" fmla="*/ 0 w 3577772"/>
                <a:gd name="connsiteY1" fmla="*/ 2126058 h 2126058"/>
                <a:gd name="connsiteX2" fmla="*/ 3577772 w 3577772"/>
                <a:gd name="connsiteY2" fmla="*/ 2017201 h 2126058"/>
                <a:gd name="connsiteX3" fmla="*/ 3534229 w 3577772"/>
                <a:gd name="connsiteY3" fmla="*/ 580287 h 2126058"/>
                <a:gd name="connsiteX4" fmla="*/ 3526972 w 3577772"/>
                <a:gd name="connsiteY4" fmla="*/ 645601 h 2126058"/>
                <a:gd name="connsiteX5" fmla="*/ 3447143 w 3577772"/>
                <a:gd name="connsiteY5" fmla="*/ 703658 h 2126058"/>
                <a:gd name="connsiteX6" fmla="*/ 3432629 w 3577772"/>
                <a:gd name="connsiteY6" fmla="*/ 718173 h 2126058"/>
                <a:gd name="connsiteX7" fmla="*/ 3360058 w 3577772"/>
                <a:gd name="connsiteY7" fmla="*/ 739944 h 2126058"/>
                <a:gd name="connsiteX8" fmla="*/ 3316515 w 3577772"/>
                <a:gd name="connsiteY8" fmla="*/ 754458 h 2126058"/>
                <a:gd name="connsiteX9" fmla="*/ 3066937 w 3577772"/>
                <a:gd name="connsiteY9" fmla="*/ 636378 h 2126058"/>
                <a:gd name="connsiteX10" fmla="*/ 2741262 w 3577772"/>
                <a:gd name="connsiteY10" fmla="*/ 663337 h 2126058"/>
                <a:gd name="connsiteX11" fmla="*/ 2598058 w 3577772"/>
                <a:gd name="connsiteY11" fmla="*/ 710915 h 2126058"/>
                <a:gd name="connsiteX12" fmla="*/ 2561772 w 3577772"/>
                <a:gd name="connsiteY12" fmla="*/ 681887 h 2126058"/>
                <a:gd name="connsiteX13" fmla="*/ 2532743 w 3577772"/>
                <a:gd name="connsiteY13" fmla="*/ 638344 h 2126058"/>
                <a:gd name="connsiteX14" fmla="*/ 2510972 w 3577772"/>
                <a:gd name="connsiteY14" fmla="*/ 616573 h 2126058"/>
                <a:gd name="connsiteX15" fmla="*/ 2452915 w 3577772"/>
                <a:gd name="connsiteY15" fmla="*/ 536744 h 2126058"/>
                <a:gd name="connsiteX16" fmla="*/ 2416629 w 3577772"/>
                <a:gd name="connsiteY16" fmla="*/ 478687 h 2126058"/>
                <a:gd name="connsiteX17" fmla="*/ 2327157 w 3577772"/>
                <a:gd name="connsiteY17" fmla="*/ 465612 h 2126058"/>
                <a:gd name="connsiteX18" fmla="*/ 2241561 w 3577772"/>
                <a:gd name="connsiteY18" fmla="*/ 378425 h 2126058"/>
                <a:gd name="connsiteX19" fmla="*/ 2222224 w 3577772"/>
                <a:gd name="connsiteY19" fmla="*/ 242505 h 2126058"/>
                <a:gd name="connsiteX20" fmla="*/ 2183552 w 3577772"/>
                <a:gd name="connsiteY20" fmla="*/ 133890 h 2126058"/>
                <a:gd name="connsiteX21" fmla="*/ 2196625 w 3577772"/>
                <a:gd name="connsiteY21" fmla="*/ 0 h 2126058"/>
                <a:gd name="connsiteX0" fmla="*/ 2196625 w 3577772"/>
                <a:gd name="connsiteY0" fmla="*/ 0 h 2126058"/>
                <a:gd name="connsiteX1" fmla="*/ 0 w 3577772"/>
                <a:gd name="connsiteY1" fmla="*/ 2126058 h 2126058"/>
                <a:gd name="connsiteX2" fmla="*/ 3577772 w 3577772"/>
                <a:gd name="connsiteY2" fmla="*/ 2017201 h 2126058"/>
                <a:gd name="connsiteX3" fmla="*/ 3534229 w 3577772"/>
                <a:gd name="connsiteY3" fmla="*/ 580287 h 2126058"/>
                <a:gd name="connsiteX4" fmla="*/ 3526972 w 3577772"/>
                <a:gd name="connsiteY4" fmla="*/ 645601 h 2126058"/>
                <a:gd name="connsiteX5" fmla="*/ 3447143 w 3577772"/>
                <a:gd name="connsiteY5" fmla="*/ 703658 h 2126058"/>
                <a:gd name="connsiteX6" fmla="*/ 3432629 w 3577772"/>
                <a:gd name="connsiteY6" fmla="*/ 718173 h 2126058"/>
                <a:gd name="connsiteX7" fmla="*/ 3360058 w 3577772"/>
                <a:gd name="connsiteY7" fmla="*/ 739944 h 2126058"/>
                <a:gd name="connsiteX8" fmla="*/ 3316515 w 3577772"/>
                <a:gd name="connsiteY8" fmla="*/ 754458 h 2126058"/>
                <a:gd name="connsiteX9" fmla="*/ 3066937 w 3577772"/>
                <a:gd name="connsiteY9" fmla="*/ 636378 h 2126058"/>
                <a:gd name="connsiteX10" fmla="*/ 2741262 w 3577772"/>
                <a:gd name="connsiteY10" fmla="*/ 663337 h 2126058"/>
                <a:gd name="connsiteX11" fmla="*/ 2608695 w 3577772"/>
                <a:gd name="connsiteY11" fmla="*/ 646755 h 2126058"/>
                <a:gd name="connsiteX12" fmla="*/ 2561772 w 3577772"/>
                <a:gd name="connsiteY12" fmla="*/ 681887 h 2126058"/>
                <a:gd name="connsiteX13" fmla="*/ 2532743 w 3577772"/>
                <a:gd name="connsiteY13" fmla="*/ 638344 h 2126058"/>
                <a:gd name="connsiteX14" fmla="*/ 2510972 w 3577772"/>
                <a:gd name="connsiteY14" fmla="*/ 616573 h 2126058"/>
                <a:gd name="connsiteX15" fmla="*/ 2452915 w 3577772"/>
                <a:gd name="connsiteY15" fmla="*/ 536744 h 2126058"/>
                <a:gd name="connsiteX16" fmla="*/ 2416629 w 3577772"/>
                <a:gd name="connsiteY16" fmla="*/ 478687 h 2126058"/>
                <a:gd name="connsiteX17" fmla="*/ 2327157 w 3577772"/>
                <a:gd name="connsiteY17" fmla="*/ 465612 h 2126058"/>
                <a:gd name="connsiteX18" fmla="*/ 2241561 w 3577772"/>
                <a:gd name="connsiteY18" fmla="*/ 378425 h 2126058"/>
                <a:gd name="connsiteX19" fmla="*/ 2222224 w 3577772"/>
                <a:gd name="connsiteY19" fmla="*/ 242505 h 2126058"/>
                <a:gd name="connsiteX20" fmla="*/ 2183552 w 3577772"/>
                <a:gd name="connsiteY20" fmla="*/ 133890 h 2126058"/>
                <a:gd name="connsiteX21" fmla="*/ 2196625 w 3577772"/>
                <a:gd name="connsiteY21" fmla="*/ 0 h 2126058"/>
                <a:gd name="connsiteX0" fmla="*/ 2196625 w 3577772"/>
                <a:gd name="connsiteY0" fmla="*/ 0 h 2126058"/>
                <a:gd name="connsiteX1" fmla="*/ 0 w 3577772"/>
                <a:gd name="connsiteY1" fmla="*/ 2126058 h 2126058"/>
                <a:gd name="connsiteX2" fmla="*/ 3577772 w 3577772"/>
                <a:gd name="connsiteY2" fmla="*/ 2017201 h 2126058"/>
                <a:gd name="connsiteX3" fmla="*/ 3534229 w 3577772"/>
                <a:gd name="connsiteY3" fmla="*/ 580287 h 2126058"/>
                <a:gd name="connsiteX4" fmla="*/ 3526972 w 3577772"/>
                <a:gd name="connsiteY4" fmla="*/ 645601 h 2126058"/>
                <a:gd name="connsiteX5" fmla="*/ 3447143 w 3577772"/>
                <a:gd name="connsiteY5" fmla="*/ 703658 h 2126058"/>
                <a:gd name="connsiteX6" fmla="*/ 3432629 w 3577772"/>
                <a:gd name="connsiteY6" fmla="*/ 718173 h 2126058"/>
                <a:gd name="connsiteX7" fmla="*/ 3360058 w 3577772"/>
                <a:gd name="connsiteY7" fmla="*/ 739944 h 2126058"/>
                <a:gd name="connsiteX8" fmla="*/ 3316515 w 3577772"/>
                <a:gd name="connsiteY8" fmla="*/ 754458 h 2126058"/>
                <a:gd name="connsiteX9" fmla="*/ 3066937 w 3577772"/>
                <a:gd name="connsiteY9" fmla="*/ 636378 h 2126058"/>
                <a:gd name="connsiteX10" fmla="*/ 2741262 w 3577772"/>
                <a:gd name="connsiteY10" fmla="*/ 663337 h 2126058"/>
                <a:gd name="connsiteX11" fmla="*/ 2608695 w 3577772"/>
                <a:gd name="connsiteY11" fmla="*/ 646755 h 2126058"/>
                <a:gd name="connsiteX12" fmla="*/ 2561772 w 3577772"/>
                <a:gd name="connsiteY12" fmla="*/ 681887 h 2126058"/>
                <a:gd name="connsiteX13" fmla="*/ 2532743 w 3577772"/>
                <a:gd name="connsiteY13" fmla="*/ 638344 h 2126058"/>
                <a:gd name="connsiteX14" fmla="*/ 2510972 w 3577772"/>
                <a:gd name="connsiteY14" fmla="*/ 616573 h 2126058"/>
                <a:gd name="connsiteX15" fmla="*/ 2452915 w 3577772"/>
                <a:gd name="connsiteY15" fmla="*/ 536744 h 2126058"/>
                <a:gd name="connsiteX16" fmla="*/ 2384717 w 3577772"/>
                <a:gd name="connsiteY16" fmla="*/ 530014 h 2126058"/>
                <a:gd name="connsiteX17" fmla="*/ 2327157 w 3577772"/>
                <a:gd name="connsiteY17" fmla="*/ 465612 h 2126058"/>
                <a:gd name="connsiteX18" fmla="*/ 2241561 w 3577772"/>
                <a:gd name="connsiteY18" fmla="*/ 378425 h 2126058"/>
                <a:gd name="connsiteX19" fmla="*/ 2222224 w 3577772"/>
                <a:gd name="connsiteY19" fmla="*/ 242505 h 2126058"/>
                <a:gd name="connsiteX20" fmla="*/ 2183552 w 3577772"/>
                <a:gd name="connsiteY20" fmla="*/ 133890 h 2126058"/>
                <a:gd name="connsiteX21" fmla="*/ 2196625 w 3577772"/>
                <a:gd name="connsiteY21" fmla="*/ 0 h 2126058"/>
                <a:gd name="connsiteX0" fmla="*/ 2196625 w 3577772"/>
                <a:gd name="connsiteY0" fmla="*/ 0 h 2126058"/>
                <a:gd name="connsiteX1" fmla="*/ 0 w 3577772"/>
                <a:gd name="connsiteY1" fmla="*/ 2126058 h 2126058"/>
                <a:gd name="connsiteX2" fmla="*/ 3577772 w 3577772"/>
                <a:gd name="connsiteY2" fmla="*/ 2017201 h 2126058"/>
                <a:gd name="connsiteX3" fmla="*/ 3534229 w 3577772"/>
                <a:gd name="connsiteY3" fmla="*/ 580287 h 2126058"/>
                <a:gd name="connsiteX4" fmla="*/ 3526972 w 3577772"/>
                <a:gd name="connsiteY4" fmla="*/ 645601 h 2126058"/>
                <a:gd name="connsiteX5" fmla="*/ 3447143 w 3577772"/>
                <a:gd name="connsiteY5" fmla="*/ 703658 h 2126058"/>
                <a:gd name="connsiteX6" fmla="*/ 3432629 w 3577772"/>
                <a:gd name="connsiteY6" fmla="*/ 718173 h 2126058"/>
                <a:gd name="connsiteX7" fmla="*/ 3360058 w 3577772"/>
                <a:gd name="connsiteY7" fmla="*/ 739944 h 2126058"/>
                <a:gd name="connsiteX8" fmla="*/ 3316515 w 3577772"/>
                <a:gd name="connsiteY8" fmla="*/ 754458 h 2126058"/>
                <a:gd name="connsiteX9" fmla="*/ 3066937 w 3577772"/>
                <a:gd name="connsiteY9" fmla="*/ 636378 h 2126058"/>
                <a:gd name="connsiteX10" fmla="*/ 2741262 w 3577772"/>
                <a:gd name="connsiteY10" fmla="*/ 663337 h 2126058"/>
                <a:gd name="connsiteX11" fmla="*/ 2608695 w 3577772"/>
                <a:gd name="connsiteY11" fmla="*/ 646755 h 2126058"/>
                <a:gd name="connsiteX12" fmla="*/ 2561772 w 3577772"/>
                <a:gd name="connsiteY12" fmla="*/ 681887 h 2126058"/>
                <a:gd name="connsiteX13" fmla="*/ 2532743 w 3577772"/>
                <a:gd name="connsiteY13" fmla="*/ 638344 h 2126058"/>
                <a:gd name="connsiteX14" fmla="*/ 2510972 w 3577772"/>
                <a:gd name="connsiteY14" fmla="*/ 616573 h 2126058"/>
                <a:gd name="connsiteX15" fmla="*/ 2431641 w 3577772"/>
                <a:gd name="connsiteY15" fmla="*/ 570962 h 2126058"/>
                <a:gd name="connsiteX16" fmla="*/ 2384717 w 3577772"/>
                <a:gd name="connsiteY16" fmla="*/ 530014 h 2126058"/>
                <a:gd name="connsiteX17" fmla="*/ 2327157 w 3577772"/>
                <a:gd name="connsiteY17" fmla="*/ 465612 h 2126058"/>
                <a:gd name="connsiteX18" fmla="*/ 2241561 w 3577772"/>
                <a:gd name="connsiteY18" fmla="*/ 378425 h 2126058"/>
                <a:gd name="connsiteX19" fmla="*/ 2222224 w 3577772"/>
                <a:gd name="connsiteY19" fmla="*/ 242505 h 2126058"/>
                <a:gd name="connsiteX20" fmla="*/ 2183552 w 3577772"/>
                <a:gd name="connsiteY20" fmla="*/ 133890 h 2126058"/>
                <a:gd name="connsiteX21" fmla="*/ 2196625 w 3577772"/>
                <a:gd name="connsiteY21" fmla="*/ 0 h 2126058"/>
                <a:gd name="connsiteX0" fmla="*/ 2196625 w 3577772"/>
                <a:gd name="connsiteY0" fmla="*/ 0 h 2126058"/>
                <a:gd name="connsiteX1" fmla="*/ 0 w 3577772"/>
                <a:gd name="connsiteY1" fmla="*/ 2126058 h 2126058"/>
                <a:gd name="connsiteX2" fmla="*/ 3577772 w 3577772"/>
                <a:gd name="connsiteY2" fmla="*/ 2017201 h 2126058"/>
                <a:gd name="connsiteX3" fmla="*/ 3534229 w 3577772"/>
                <a:gd name="connsiteY3" fmla="*/ 580287 h 2126058"/>
                <a:gd name="connsiteX4" fmla="*/ 3526972 w 3577772"/>
                <a:gd name="connsiteY4" fmla="*/ 645601 h 2126058"/>
                <a:gd name="connsiteX5" fmla="*/ 3447143 w 3577772"/>
                <a:gd name="connsiteY5" fmla="*/ 703658 h 2126058"/>
                <a:gd name="connsiteX6" fmla="*/ 3432629 w 3577772"/>
                <a:gd name="connsiteY6" fmla="*/ 718173 h 2126058"/>
                <a:gd name="connsiteX7" fmla="*/ 3360058 w 3577772"/>
                <a:gd name="connsiteY7" fmla="*/ 739944 h 2126058"/>
                <a:gd name="connsiteX8" fmla="*/ 3316515 w 3577772"/>
                <a:gd name="connsiteY8" fmla="*/ 754458 h 2126058"/>
                <a:gd name="connsiteX9" fmla="*/ 3066937 w 3577772"/>
                <a:gd name="connsiteY9" fmla="*/ 636378 h 2126058"/>
                <a:gd name="connsiteX10" fmla="*/ 2741262 w 3577772"/>
                <a:gd name="connsiteY10" fmla="*/ 663337 h 2126058"/>
                <a:gd name="connsiteX11" fmla="*/ 2608695 w 3577772"/>
                <a:gd name="connsiteY11" fmla="*/ 646755 h 2126058"/>
                <a:gd name="connsiteX12" fmla="*/ 2532743 w 3577772"/>
                <a:gd name="connsiteY12" fmla="*/ 638344 h 2126058"/>
                <a:gd name="connsiteX13" fmla="*/ 2510972 w 3577772"/>
                <a:gd name="connsiteY13" fmla="*/ 616573 h 2126058"/>
                <a:gd name="connsiteX14" fmla="*/ 2431641 w 3577772"/>
                <a:gd name="connsiteY14" fmla="*/ 570962 h 2126058"/>
                <a:gd name="connsiteX15" fmla="*/ 2384717 w 3577772"/>
                <a:gd name="connsiteY15" fmla="*/ 530014 h 2126058"/>
                <a:gd name="connsiteX16" fmla="*/ 2327157 w 3577772"/>
                <a:gd name="connsiteY16" fmla="*/ 465612 h 2126058"/>
                <a:gd name="connsiteX17" fmla="*/ 2241561 w 3577772"/>
                <a:gd name="connsiteY17" fmla="*/ 378425 h 2126058"/>
                <a:gd name="connsiteX18" fmla="*/ 2222224 w 3577772"/>
                <a:gd name="connsiteY18" fmla="*/ 242505 h 2126058"/>
                <a:gd name="connsiteX19" fmla="*/ 2183552 w 3577772"/>
                <a:gd name="connsiteY19" fmla="*/ 133890 h 2126058"/>
                <a:gd name="connsiteX20" fmla="*/ 2196625 w 3577772"/>
                <a:gd name="connsiteY20" fmla="*/ 0 h 2126058"/>
                <a:gd name="connsiteX0" fmla="*/ 2196625 w 3577772"/>
                <a:gd name="connsiteY0" fmla="*/ 0 h 2126058"/>
                <a:gd name="connsiteX1" fmla="*/ 0 w 3577772"/>
                <a:gd name="connsiteY1" fmla="*/ 2126058 h 2126058"/>
                <a:gd name="connsiteX2" fmla="*/ 3577772 w 3577772"/>
                <a:gd name="connsiteY2" fmla="*/ 2017201 h 2126058"/>
                <a:gd name="connsiteX3" fmla="*/ 3534229 w 3577772"/>
                <a:gd name="connsiteY3" fmla="*/ 580287 h 2126058"/>
                <a:gd name="connsiteX4" fmla="*/ 3526972 w 3577772"/>
                <a:gd name="connsiteY4" fmla="*/ 645601 h 2126058"/>
                <a:gd name="connsiteX5" fmla="*/ 3447143 w 3577772"/>
                <a:gd name="connsiteY5" fmla="*/ 703658 h 2126058"/>
                <a:gd name="connsiteX6" fmla="*/ 3432629 w 3577772"/>
                <a:gd name="connsiteY6" fmla="*/ 718173 h 2126058"/>
                <a:gd name="connsiteX7" fmla="*/ 3360058 w 3577772"/>
                <a:gd name="connsiteY7" fmla="*/ 739944 h 2126058"/>
                <a:gd name="connsiteX8" fmla="*/ 3234962 w 3577772"/>
                <a:gd name="connsiteY8" fmla="*/ 580516 h 2126058"/>
                <a:gd name="connsiteX9" fmla="*/ 3066937 w 3577772"/>
                <a:gd name="connsiteY9" fmla="*/ 636378 h 2126058"/>
                <a:gd name="connsiteX10" fmla="*/ 2741262 w 3577772"/>
                <a:gd name="connsiteY10" fmla="*/ 663337 h 2126058"/>
                <a:gd name="connsiteX11" fmla="*/ 2608695 w 3577772"/>
                <a:gd name="connsiteY11" fmla="*/ 646755 h 2126058"/>
                <a:gd name="connsiteX12" fmla="*/ 2532743 w 3577772"/>
                <a:gd name="connsiteY12" fmla="*/ 638344 h 2126058"/>
                <a:gd name="connsiteX13" fmla="*/ 2510972 w 3577772"/>
                <a:gd name="connsiteY13" fmla="*/ 616573 h 2126058"/>
                <a:gd name="connsiteX14" fmla="*/ 2431641 w 3577772"/>
                <a:gd name="connsiteY14" fmla="*/ 570962 h 2126058"/>
                <a:gd name="connsiteX15" fmla="*/ 2384717 w 3577772"/>
                <a:gd name="connsiteY15" fmla="*/ 530014 h 2126058"/>
                <a:gd name="connsiteX16" fmla="*/ 2327157 w 3577772"/>
                <a:gd name="connsiteY16" fmla="*/ 465612 h 2126058"/>
                <a:gd name="connsiteX17" fmla="*/ 2241561 w 3577772"/>
                <a:gd name="connsiteY17" fmla="*/ 378425 h 2126058"/>
                <a:gd name="connsiteX18" fmla="*/ 2222224 w 3577772"/>
                <a:gd name="connsiteY18" fmla="*/ 242505 h 2126058"/>
                <a:gd name="connsiteX19" fmla="*/ 2183552 w 3577772"/>
                <a:gd name="connsiteY19" fmla="*/ 133890 h 2126058"/>
                <a:gd name="connsiteX20" fmla="*/ 2196625 w 3577772"/>
                <a:gd name="connsiteY20" fmla="*/ 0 h 2126058"/>
                <a:gd name="connsiteX0" fmla="*/ 2196625 w 3577772"/>
                <a:gd name="connsiteY0" fmla="*/ 0 h 2126058"/>
                <a:gd name="connsiteX1" fmla="*/ 0 w 3577772"/>
                <a:gd name="connsiteY1" fmla="*/ 2126058 h 2126058"/>
                <a:gd name="connsiteX2" fmla="*/ 3577772 w 3577772"/>
                <a:gd name="connsiteY2" fmla="*/ 2017201 h 2126058"/>
                <a:gd name="connsiteX3" fmla="*/ 3534229 w 3577772"/>
                <a:gd name="connsiteY3" fmla="*/ 580287 h 2126058"/>
                <a:gd name="connsiteX4" fmla="*/ 3526972 w 3577772"/>
                <a:gd name="connsiteY4" fmla="*/ 645601 h 2126058"/>
                <a:gd name="connsiteX5" fmla="*/ 3447143 w 3577772"/>
                <a:gd name="connsiteY5" fmla="*/ 703658 h 2126058"/>
                <a:gd name="connsiteX6" fmla="*/ 3312072 w 3577772"/>
                <a:gd name="connsiteY6" fmla="*/ 518568 h 2126058"/>
                <a:gd name="connsiteX7" fmla="*/ 3360058 w 3577772"/>
                <a:gd name="connsiteY7" fmla="*/ 739944 h 2126058"/>
                <a:gd name="connsiteX8" fmla="*/ 3234962 w 3577772"/>
                <a:gd name="connsiteY8" fmla="*/ 580516 h 2126058"/>
                <a:gd name="connsiteX9" fmla="*/ 3066937 w 3577772"/>
                <a:gd name="connsiteY9" fmla="*/ 636378 h 2126058"/>
                <a:gd name="connsiteX10" fmla="*/ 2741262 w 3577772"/>
                <a:gd name="connsiteY10" fmla="*/ 663337 h 2126058"/>
                <a:gd name="connsiteX11" fmla="*/ 2608695 w 3577772"/>
                <a:gd name="connsiteY11" fmla="*/ 646755 h 2126058"/>
                <a:gd name="connsiteX12" fmla="*/ 2532743 w 3577772"/>
                <a:gd name="connsiteY12" fmla="*/ 638344 h 2126058"/>
                <a:gd name="connsiteX13" fmla="*/ 2510972 w 3577772"/>
                <a:gd name="connsiteY13" fmla="*/ 616573 h 2126058"/>
                <a:gd name="connsiteX14" fmla="*/ 2431641 w 3577772"/>
                <a:gd name="connsiteY14" fmla="*/ 570962 h 2126058"/>
                <a:gd name="connsiteX15" fmla="*/ 2384717 w 3577772"/>
                <a:gd name="connsiteY15" fmla="*/ 530014 h 2126058"/>
                <a:gd name="connsiteX16" fmla="*/ 2327157 w 3577772"/>
                <a:gd name="connsiteY16" fmla="*/ 465612 h 2126058"/>
                <a:gd name="connsiteX17" fmla="*/ 2241561 w 3577772"/>
                <a:gd name="connsiteY17" fmla="*/ 378425 h 2126058"/>
                <a:gd name="connsiteX18" fmla="*/ 2222224 w 3577772"/>
                <a:gd name="connsiteY18" fmla="*/ 242505 h 2126058"/>
                <a:gd name="connsiteX19" fmla="*/ 2183552 w 3577772"/>
                <a:gd name="connsiteY19" fmla="*/ 133890 h 2126058"/>
                <a:gd name="connsiteX20" fmla="*/ 2196625 w 3577772"/>
                <a:gd name="connsiteY20" fmla="*/ 0 h 2126058"/>
                <a:gd name="connsiteX0" fmla="*/ 2196625 w 3577772"/>
                <a:gd name="connsiteY0" fmla="*/ 0 h 2126058"/>
                <a:gd name="connsiteX1" fmla="*/ 0 w 3577772"/>
                <a:gd name="connsiteY1" fmla="*/ 2126058 h 2126058"/>
                <a:gd name="connsiteX2" fmla="*/ 3577772 w 3577772"/>
                <a:gd name="connsiteY2" fmla="*/ 2017201 h 2126058"/>
                <a:gd name="connsiteX3" fmla="*/ 3534229 w 3577772"/>
                <a:gd name="connsiteY3" fmla="*/ 580287 h 2126058"/>
                <a:gd name="connsiteX4" fmla="*/ 3526972 w 3577772"/>
                <a:gd name="connsiteY4" fmla="*/ 645601 h 2126058"/>
                <a:gd name="connsiteX5" fmla="*/ 3447143 w 3577772"/>
                <a:gd name="connsiteY5" fmla="*/ 703658 h 2126058"/>
                <a:gd name="connsiteX6" fmla="*/ 3312072 w 3577772"/>
                <a:gd name="connsiteY6" fmla="*/ 518568 h 2126058"/>
                <a:gd name="connsiteX7" fmla="*/ 3267868 w 3577772"/>
                <a:gd name="connsiteY7" fmla="*/ 563150 h 2126058"/>
                <a:gd name="connsiteX8" fmla="*/ 3234962 w 3577772"/>
                <a:gd name="connsiteY8" fmla="*/ 580516 h 2126058"/>
                <a:gd name="connsiteX9" fmla="*/ 3066937 w 3577772"/>
                <a:gd name="connsiteY9" fmla="*/ 636378 h 2126058"/>
                <a:gd name="connsiteX10" fmla="*/ 2741262 w 3577772"/>
                <a:gd name="connsiteY10" fmla="*/ 663337 h 2126058"/>
                <a:gd name="connsiteX11" fmla="*/ 2608695 w 3577772"/>
                <a:gd name="connsiteY11" fmla="*/ 646755 h 2126058"/>
                <a:gd name="connsiteX12" fmla="*/ 2532743 w 3577772"/>
                <a:gd name="connsiteY12" fmla="*/ 638344 h 2126058"/>
                <a:gd name="connsiteX13" fmla="*/ 2510972 w 3577772"/>
                <a:gd name="connsiteY13" fmla="*/ 616573 h 2126058"/>
                <a:gd name="connsiteX14" fmla="*/ 2431641 w 3577772"/>
                <a:gd name="connsiteY14" fmla="*/ 570962 h 2126058"/>
                <a:gd name="connsiteX15" fmla="*/ 2384717 w 3577772"/>
                <a:gd name="connsiteY15" fmla="*/ 530014 h 2126058"/>
                <a:gd name="connsiteX16" fmla="*/ 2327157 w 3577772"/>
                <a:gd name="connsiteY16" fmla="*/ 465612 h 2126058"/>
                <a:gd name="connsiteX17" fmla="*/ 2241561 w 3577772"/>
                <a:gd name="connsiteY17" fmla="*/ 378425 h 2126058"/>
                <a:gd name="connsiteX18" fmla="*/ 2222224 w 3577772"/>
                <a:gd name="connsiteY18" fmla="*/ 242505 h 2126058"/>
                <a:gd name="connsiteX19" fmla="*/ 2183552 w 3577772"/>
                <a:gd name="connsiteY19" fmla="*/ 133890 h 2126058"/>
                <a:gd name="connsiteX20" fmla="*/ 2196625 w 3577772"/>
                <a:gd name="connsiteY20" fmla="*/ 0 h 2126058"/>
                <a:gd name="connsiteX0" fmla="*/ 2196625 w 3577772"/>
                <a:gd name="connsiteY0" fmla="*/ 0 h 2126058"/>
                <a:gd name="connsiteX1" fmla="*/ 0 w 3577772"/>
                <a:gd name="connsiteY1" fmla="*/ 2126058 h 2126058"/>
                <a:gd name="connsiteX2" fmla="*/ 3577772 w 3577772"/>
                <a:gd name="connsiteY2" fmla="*/ 2017201 h 2126058"/>
                <a:gd name="connsiteX3" fmla="*/ 3534229 w 3577772"/>
                <a:gd name="connsiteY3" fmla="*/ 580287 h 2126058"/>
                <a:gd name="connsiteX4" fmla="*/ 3526972 w 3577772"/>
                <a:gd name="connsiteY4" fmla="*/ 645601 h 2126058"/>
                <a:gd name="connsiteX5" fmla="*/ 3354952 w 3577772"/>
                <a:gd name="connsiteY5" fmla="*/ 486944 h 2126058"/>
                <a:gd name="connsiteX6" fmla="*/ 3312072 w 3577772"/>
                <a:gd name="connsiteY6" fmla="*/ 518568 h 2126058"/>
                <a:gd name="connsiteX7" fmla="*/ 3267868 w 3577772"/>
                <a:gd name="connsiteY7" fmla="*/ 563150 h 2126058"/>
                <a:gd name="connsiteX8" fmla="*/ 3234962 w 3577772"/>
                <a:gd name="connsiteY8" fmla="*/ 580516 h 2126058"/>
                <a:gd name="connsiteX9" fmla="*/ 3066937 w 3577772"/>
                <a:gd name="connsiteY9" fmla="*/ 636378 h 2126058"/>
                <a:gd name="connsiteX10" fmla="*/ 2741262 w 3577772"/>
                <a:gd name="connsiteY10" fmla="*/ 663337 h 2126058"/>
                <a:gd name="connsiteX11" fmla="*/ 2608695 w 3577772"/>
                <a:gd name="connsiteY11" fmla="*/ 646755 h 2126058"/>
                <a:gd name="connsiteX12" fmla="*/ 2532743 w 3577772"/>
                <a:gd name="connsiteY12" fmla="*/ 638344 h 2126058"/>
                <a:gd name="connsiteX13" fmla="*/ 2510972 w 3577772"/>
                <a:gd name="connsiteY13" fmla="*/ 616573 h 2126058"/>
                <a:gd name="connsiteX14" fmla="*/ 2431641 w 3577772"/>
                <a:gd name="connsiteY14" fmla="*/ 570962 h 2126058"/>
                <a:gd name="connsiteX15" fmla="*/ 2384717 w 3577772"/>
                <a:gd name="connsiteY15" fmla="*/ 530014 h 2126058"/>
                <a:gd name="connsiteX16" fmla="*/ 2327157 w 3577772"/>
                <a:gd name="connsiteY16" fmla="*/ 465612 h 2126058"/>
                <a:gd name="connsiteX17" fmla="*/ 2241561 w 3577772"/>
                <a:gd name="connsiteY17" fmla="*/ 378425 h 2126058"/>
                <a:gd name="connsiteX18" fmla="*/ 2222224 w 3577772"/>
                <a:gd name="connsiteY18" fmla="*/ 242505 h 2126058"/>
                <a:gd name="connsiteX19" fmla="*/ 2183552 w 3577772"/>
                <a:gd name="connsiteY19" fmla="*/ 133890 h 2126058"/>
                <a:gd name="connsiteX20" fmla="*/ 2196625 w 3577772"/>
                <a:gd name="connsiteY20" fmla="*/ 0 h 2126058"/>
                <a:gd name="connsiteX0" fmla="*/ 2196625 w 3577772"/>
                <a:gd name="connsiteY0" fmla="*/ 0 h 2126058"/>
                <a:gd name="connsiteX1" fmla="*/ 0 w 3577772"/>
                <a:gd name="connsiteY1" fmla="*/ 2126058 h 2126058"/>
                <a:gd name="connsiteX2" fmla="*/ 3577772 w 3577772"/>
                <a:gd name="connsiteY2" fmla="*/ 2017201 h 2126058"/>
                <a:gd name="connsiteX3" fmla="*/ 3534229 w 3577772"/>
                <a:gd name="connsiteY3" fmla="*/ 580287 h 2126058"/>
                <a:gd name="connsiteX4" fmla="*/ 3417052 w 3577772"/>
                <a:gd name="connsiteY4" fmla="*/ 431739 h 2126058"/>
                <a:gd name="connsiteX5" fmla="*/ 3354952 w 3577772"/>
                <a:gd name="connsiteY5" fmla="*/ 486944 h 2126058"/>
                <a:gd name="connsiteX6" fmla="*/ 3312072 w 3577772"/>
                <a:gd name="connsiteY6" fmla="*/ 518568 h 2126058"/>
                <a:gd name="connsiteX7" fmla="*/ 3267868 w 3577772"/>
                <a:gd name="connsiteY7" fmla="*/ 563150 h 2126058"/>
                <a:gd name="connsiteX8" fmla="*/ 3234962 w 3577772"/>
                <a:gd name="connsiteY8" fmla="*/ 580516 h 2126058"/>
                <a:gd name="connsiteX9" fmla="*/ 3066937 w 3577772"/>
                <a:gd name="connsiteY9" fmla="*/ 636378 h 2126058"/>
                <a:gd name="connsiteX10" fmla="*/ 2741262 w 3577772"/>
                <a:gd name="connsiteY10" fmla="*/ 663337 h 2126058"/>
                <a:gd name="connsiteX11" fmla="*/ 2608695 w 3577772"/>
                <a:gd name="connsiteY11" fmla="*/ 646755 h 2126058"/>
                <a:gd name="connsiteX12" fmla="*/ 2532743 w 3577772"/>
                <a:gd name="connsiteY12" fmla="*/ 638344 h 2126058"/>
                <a:gd name="connsiteX13" fmla="*/ 2510972 w 3577772"/>
                <a:gd name="connsiteY13" fmla="*/ 616573 h 2126058"/>
                <a:gd name="connsiteX14" fmla="*/ 2431641 w 3577772"/>
                <a:gd name="connsiteY14" fmla="*/ 570962 h 2126058"/>
                <a:gd name="connsiteX15" fmla="*/ 2384717 w 3577772"/>
                <a:gd name="connsiteY15" fmla="*/ 530014 h 2126058"/>
                <a:gd name="connsiteX16" fmla="*/ 2327157 w 3577772"/>
                <a:gd name="connsiteY16" fmla="*/ 465612 h 2126058"/>
                <a:gd name="connsiteX17" fmla="*/ 2241561 w 3577772"/>
                <a:gd name="connsiteY17" fmla="*/ 378425 h 2126058"/>
                <a:gd name="connsiteX18" fmla="*/ 2222224 w 3577772"/>
                <a:gd name="connsiteY18" fmla="*/ 242505 h 2126058"/>
                <a:gd name="connsiteX19" fmla="*/ 2183552 w 3577772"/>
                <a:gd name="connsiteY19" fmla="*/ 133890 h 2126058"/>
                <a:gd name="connsiteX20" fmla="*/ 2196625 w 3577772"/>
                <a:gd name="connsiteY20" fmla="*/ 0 h 2126058"/>
                <a:gd name="connsiteX0" fmla="*/ 2196625 w 3577772"/>
                <a:gd name="connsiteY0" fmla="*/ 0 h 2126058"/>
                <a:gd name="connsiteX1" fmla="*/ 0 w 3577772"/>
                <a:gd name="connsiteY1" fmla="*/ 2126058 h 2126058"/>
                <a:gd name="connsiteX2" fmla="*/ 3577772 w 3577772"/>
                <a:gd name="connsiteY2" fmla="*/ 2017201 h 2126058"/>
                <a:gd name="connsiteX3" fmla="*/ 3449130 w 3577772"/>
                <a:gd name="connsiteY3" fmla="*/ 357870 h 2126058"/>
                <a:gd name="connsiteX4" fmla="*/ 3417052 w 3577772"/>
                <a:gd name="connsiteY4" fmla="*/ 431739 h 2126058"/>
                <a:gd name="connsiteX5" fmla="*/ 3354952 w 3577772"/>
                <a:gd name="connsiteY5" fmla="*/ 486944 h 2126058"/>
                <a:gd name="connsiteX6" fmla="*/ 3312072 w 3577772"/>
                <a:gd name="connsiteY6" fmla="*/ 518568 h 2126058"/>
                <a:gd name="connsiteX7" fmla="*/ 3267868 w 3577772"/>
                <a:gd name="connsiteY7" fmla="*/ 563150 h 2126058"/>
                <a:gd name="connsiteX8" fmla="*/ 3234962 w 3577772"/>
                <a:gd name="connsiteY8" fmla="*/ 580516 h 2126058"/>
                <a:gd name="connsiteX9" fmla="*/ 3066937 w 3577772"/>
                <a:gd name="connsiteY9" fmla="*/ 636378 h 2126058"/>
                <a:gd name="connsiteX10" fmla="*/ 2741262 w 3577772"/>
                <a:gd name="connsiteY10" fmla="*/ 663337 h 2126058"/>
                <a:gd name="connsiteX11" fmla="*/ 2608695 w 3577772"/>
                <a:gd name="connsiteY11" fmla="*/ 646755 h 2126058"/>
                <a:gd name="connsiteX12" fmla="*/ 2532743 w 3577772"/>
                <a:gd name="connsiteY12" fmla="*/ 638344 h 2126058"/>
                <a:gd name="connsiteX13" fmla="*/ 2510972 w 3577772"/>
                <a:gd name="connsiteY13" fmla="*/ 616573 h 2126058"/>
                <a:gd name="connsiteX14" fmla="*/ 2431641 w 3577772"/>
                <a:gd name="connsiteY14" fmla="*/ 570962 h 2126058"/>
                <a:gd name="connsiteX15" fmla="*/ 2384717 w 3577772"/>
                <a:gd name="connsiteY15" fmla="*/ 530014 h 2126058"/>
                <a:gd name="connsiteX16" fmla="*/ 2327157 w 3577772"/>
                <a:gd name="connsiteY16" fmla="*/ 465612 h 2126058"/>
                <a:gd name="connsiteX17" fmla="*/ 2241561 w 3577772"/>
                <a:gd name="connsiteY17" fmla="*/ 378425 h 2126058"/>
                <a:gd name="connsiteX18" fmla="*/ 2222224 w 3577772"/>
                <a:gd name="connsiteY18" fmla="*/ 242505 h 2126058"/>
                <a:gd name="connsiteX19" fmla="*/ 2183552 w 3577772"/>
                <a:gd name="connsiteY19" fmla="*/ 133890 h 2126058"/>
                <a:gd name="connsiteX20" fmla="*/ 2196625 w 3577772"/>
                <a:gd name="connsiteY20" fmla="*/ 0 h 2126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577772" h="2126058">
                  <a:moveTo>
                    <a:pt x="2196625" y="0"/>
                  </a:moveTo>
                  <a:lnTo>
                    <a:pt x="0" y="2126058"/>
                  </a:lnTo>
                  <a:lnTo>
                    <a:pt x="3577772" y="2017201"/>
                  </a:lnTo>
                  <a:lnTo>
                    <a:pt x="3449130" y="357870"/>
                  </a:lnTo>
                  <a:cubicBezTo>
                    <a:pt x="3446711" y="379641"/>
                    <a:pt x="3432748" y="410227"/>
                    <a:pt x="3417052" y="431739"/>
                  </a:cubicBezTo>
                  <a:cubicBezTo>
                    <a:pt x="3401356" y="453251"/>
                    <a:pt x="3382739" y="473051"/>
                    <a:pt x="3354952" y="486944"/>
                  </a:cubicBezTo>
                  <a:cubicBezTo>
                    <a:pt x="3350114" y="491782"/>
                    <a:pt x="3326586" y="505867"/>
                    <a:pt x="3312072" y="518568"/>
                  </a:cubicBezTo>
                  <a:cubicBezTo>
                    <a:pt x="3297558" y="531269"/>
                    <a:pt x="3280720" y="552825"/>
                    <a:pt x="3267868" y="563150"/>
                  </a:cubicBezTo>
                  <a:cubicBezTo>
                    <a:pt x="3255016" y="573475"/>
                    <a:pt x="3268451" y="568311"/>
                    <a:pt x="3234962" y="580516"/>
                  </a:cubicBezTo>
                  <a:cubicBezTo>
                    <a:pt x="3201473" y="592721"/>
                    <a:pt x="3151507" y="625805"/>
                    <a:pt x="3066937" y="636378"/>
                  </a:cubicBezTo>
                  <a:cubicBezTo>
                    <a:pt x="2956606" y="678157"/>
                    <a:pt x="2817636" y="661608"/>
                    <a:pt x="2741262" y="663337"/>
                  </a:cubicBezTo>
                  <a:cubicBezTo>
                    <a:pt x="2664888" y="665066"/>
                    <a:pt x="2643448" y="650921"/>
                    <a:pt x="2608695" y="646755"/>
                  </a:cubicBezTo>
                  <a:cubicBezTo>
                    <a:pt x="2573942" y="642590"/>
                    <a:pt x="2549030" y="643374"/>
                    <a:pt x="2532743" y="638344"/>
                  </a:cubicBezTo>
                  <a:cubicBezTo>
                    <a:pt x="2516456" y="633314"/>
                    <a:pt x="2527822" y="627803"/>
                    <a:pt x="2510972" y="616573"/>
                  </a:cubicBezTo>
                  <a:cubicBezTo>
                    <a:pt x="2494122" y="605343"/>
                    <a:pt x="2452683" y="585388"/>
                    <a:pt x="2431641" y="570962"/>
                  </a:cubicBezTo>
                  <a:cubicBezTo>
                    <a:pt x="2410599" y="556536"/>
                    <a:pt x="2402131" y="547572"/>
                    <a:pt x="2384717" y="530014"/>
                  </a:cubicBezTo>
                  <a:cubicBezTo>
                    <a:pt x="2367303" y="512456"/>
                    <a:pt x="2356335" y="482322"/>
                    <a:pt x="2327157" y="465612"/>
                  </a:cubicBezTo>
                  <a:cubicBezTo>
                    <a:pt x="2302817" y="460997"/>
                    <a:pt x="2267914" y="402065"/>
                    <a:pt x="2241561" y="378425"/>
                  </a:cubicBezTo>
                  <a:cubicBezTo>
                    <a:pt x="2243980" y="288920"/>
                    <a:pt x="2231892" y="283261"/>
                    <a:pt x="2222224" y="242505"/>
                  </a:cubicBezTo>
                  <a:cubicBezTo>
                    <a:pt x="2212556" y="201749"/>
                    <a:pt x="2176295" y="135099"/>
                    <a:pt x="2183552" y="133890"/>
                  </a:cubicBezTo>
                  <a:cubicBezTo>
                    <a:pt x="2191574" y="161967"/>
                    <a:pt x="2174853" y="5596"/>
                    <a:pt x="2196625" y="0"/>
                  </a:cubicBezTo>
                  <a:close/>
                </a:path>
              </a:pathLst>
            </a:custGeom>
            <a:solidFill>
              <a:srgbClr val="EAF3F5">
                <a:alpha val="6117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ES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45984FCF-50D1-37B1-A82D-DAE41C898C23}"/>
                </a:ext>
              </a:extLst>
            </p:cNvPr>
            <p:cNvCxnSpPr>
              <a:stCxn id="30" idx="0"/>
            </p:cNvCxnSpPr>
            <p:nvPr/>
          </p:nvCxnSpPr>
          <p:spPr>
            <a:xfrm flipH="1">
              <a:off x="4016375" y="1814222"/>
              <a:ext cx="1436696" cy="1713203"/>
            </a:xfrm>
            <a:prstGeom prst="line">
              <a:avLst/>
            </a:prstGeom>
            <a:ln>
              <a:solidFill>
                <a:srgbClr val="8E8D8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37149B8-9421-99CD-3C09-B01800AE8E4C}"/>
                </a:ext>
              </a:extLst>
            </p:cNvPr>
            <p:cNvCxnSpPr>
              <a:stCxn id="30" idx="3"/>
            </p:cNvCxnSpPr>
            <p:nvPr/>
          </p:nvCxnSpPr>
          <p:spPr>
            <a:xfrm>
              <a:off x="6574600" y="2212691"/>
              <a:ext cx="70675" cy="1124997"/>
            </a:xfrm>
            <a:prstGeom prst="line">
              <a:avLst/>
            </a:prstGeom>
            <a:ln>
              <a:solidFill>
                <a:srgbClr val="8E8D8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63F81EE-0B95-8F5F-2A3D-C4CDF0FC7F5F}"/>
              </a:ext>
            </a:extLst>
          </p:cNvPr>
          <p:cNvCxnSpPr>
            <a:cxnSpLocks/>
          </p:cNvCxnSpPr>
          <p:nvPr/>
        </p:nvCxnSpPr>
        <p:spPr>
          <a:xfrm>
            <a:off x="4100080" y="759078"/>
            <a:ext cx="1003434" cy="896886"/>
          </a:xfrm>
          <a:prstGeom prst="line">
            <a:avLst/>
          </a:prstGeom>
          <a:ln>
            <a:solidFill>
              <a:srgbClr val="8E8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Picture 27">
            <a:extLst>
              <a:ext uri="{FF2B5EF4-FFF2-40B4-BE49-F238E27FC236}">
                <a16:creationId xmlns:a16="http://schemas.microsoft.com/office/drawing/2014/main" id="{CC21D799-2167-6FC2-CB81-3E0D1AF1358D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12999" y="597395"/>
            <a:ext cx="2264817" cy="2264817"/>
          </a:xfrm>
          <a:prstGeom prst="rect">
            <a:avLst/>
          </a:prstGeom>
        </p:spPr>
      </p:pic>
      <p:sp>
        <p:nvSpPr>
          <p:cNvPr id="36" name="Freeform 35">
            <a:extLst>
              <a:ext uri="{FF2B5EF4-FFF2-40B4-BE49-F238E27FC236}">
                <a16:creationId xmlns:a16="http://schemas.microsoft.com/office/drawing/2014/main" id="{8890B51A-0755-8D75-A9CD-6A7F1B807B3E}"/>
              </a:ext>
            </a:extLst>
          </p:cNvPr>
          <p:cNvSpPr/>
          <p:nvPr/>
        </p:nvSpPr>
        <p:spPr>
          <a:xfrm>
            <a:off x="8160203" y="1882493"/>
            <a:ext cx="3639911" cy="3241675"/>
          </a:xfrm>
          <a:custGeom>
            <a:avLst/>
            <a:gdLst>
              <a:gd name="connsiteX0" fmla="*/ 2057400 w 3552825"/>
              <a:gd name="connsiteY0" fmla="*/ 0 h 2809875"/>
              <a:gd name="connsiteX1" fmla="*/ 0 w 3552825"/>
              <a:gd name="connsiteY1" fmla="*/ 2419350 h 2809875"/>
              <a:gd name="connsiteX2" fmla="*/ 2438400 w 3552825"/>
              <a:gd name="connsiteY2" fmla="*/ 2809875 h 2809875"/>
              <a:gd name="connsiteX3" fmla="*/ 3228975 w 3552825"/>
              <a:gd name="connsiteY3" fmla="*/ 2590800 h 2809875"/>
              <a:gd name="connsiteX4" fmla="*/ 3314700 w 3552825"/>
              <a:gd name="connsiteY4" fmla="*/ 2533650 h 2809875"/>
              <a:gd name="connsiteX5" fmla="*/ 3552825 w 3552825"/>
              <a:gd name="connsiteY5" fmla="*/ 2371725 h 2809875"/>
              <a:gd name="connsiteX6" fmla="*/ 2647950 w 3552825"/>
              <a:gd name="connsiteY6" fmla="*/ 209550 h 2809875"/>
              <a:gd name="connsiteX7" fmla="*/ 2457450 w 3552825"/>
              <a:gd name="connsiteY7" fmla="*/ 371475 h 2809875"/>
              <a:gd name="connsiteX8" fmla="*/ 2209800 w 3552825"/>
              <a:gd name="connsiteY8" fmla="*/ 342900 h 2809875"/>
              <a:gd name="connsiteX9" fmla="*/ 2066925 w 3552825"/>
              <a:gd name="connsiteY9" fmla="*/ 200025 h 2809875"/>
              <a:gd name="connsiteX10" fmla="*/ 2057400 w 3552825"/>
              <a:gd name="connsiteY10" fmla="*/ 0 h 2809875"/>
              <a:gd name="connsiteX0" fmla="*/ 2057400 w 3552825"/>
              <a:gd name="connsiteY0" fmla="*/ 0 h 3241675"/>
              <a:gd name="connsiteX1" fmla="*/ 0 w 3552825"/>
              <a:gd name="connsiteY1" fmla="*/ 2419350 h 3241675"/>
              <a:gd name="connsiteX2" fmla="*/ 2271486 w 3552825"/>
              <a:gd name="connsiteY2" fmla="*/ 3241675 h 3241675"/>
              <a:gd name="connsiteX3" fmla="*/ 3228975 w 3552825"/>
              <a:gd name="connsiteY3" fmla="*/ 2590800 h 3241675"/>
              <a:gd name="connsiteX4" fmla="*/ 3314700 w 3552825"/>
              <a:gd name="connsiteY4" fmla="*/ 2533650 h 3241675"/>
              <a:gd name="connsiteX5" fmla="*/ 3552825 w 3552825"/>
              <a:gd name="connsiteY5" fmla="*/ 2371725 h 3241675"/>
              <a:gd name="connsiteX6" fmla="*/ 2647950 w 3552825"/>
              <a:gd name="connsiteY6" fmla="*/ 209550 h 3241675"/>
              <a:gd name="connsiteX7" fmla="*/ 2457450 w 3552825"/>
              <a:gd name="connsiteY7" fmla="*/ 371475 h 3241675"/>
              <a:gd name="connsiteX8" fmla="*/ 2209800 w 3552825"/>
              <a:gd name="connsiteY8" fmla="*/ 342900 h 3241675"/>
              <a:gd name="connsiteX9" fmla="*/ 2066925 w 3552825"/>
              <a:gd name="connsiteY9" fmla="*/ 200025 h 3241675"/>
              <a:gd name="connsiteX10" fmla="*/ 2057400 w 3552825"/>
              <a:gd name="connsiteY10" fmla="*/ 0 h 3241675"/>
              <a:gd name="connsiteX0" fmla="*/ 2057400 w 3552825"/>
              <a:gd name="connsiteY0" fmla="*/ 0 h 3241675"/>
              <a:gd name="connsiteX1" fmla="*/ 0 w 3552825"/>
              <a:gd name="connsiteY1" fmla="*/ 2419350 h 3241675"/>
              <a:gd name="connsiteX2" fmla="*/ 2271486 w 3552825"/>
              <a:gd name="connsiteY2" fmla="*/ 3241675 h 3241675"/>
              <a:gd name="connsiteX3" fmla="*/ 3228975 w 3552825"/>
              <a:gd name="connsiteY3" fmla="*/ 2590800 h 3241675"/>
              <a:gd name="connsiteX4" fmla="*/ 3314700 w 3552825"/>
              <a:gd name="connsiteY4" fmla="*/ 2533650 h 3241675"/>
              <a:gd name="connsiteX5" fmla="*/ 3552825 w 3552825"/>
              <a:gd name="connsiteY5" fmla="*/ 2371725 h 3241675"/>
              <a:gd name="connsiteX6" fmla="*/ 2647950 w 3552825"/>
              <a:gd name="connsiteY6" fmla="*/ 209550 h 3241675"/>
              <a:gd name="connsiteX7" fmla="*/ 2457450 w 3552825"/>
              <a:gd name="connsiteY7" fmla="*/ 371475 h 3241675"/>
              <a:gd name="connsiteX8" fmla="*/ 2209800 w 3552825"/>
              <a:gd name="connsiteY8" fmla="*/ 342900 h 3241675"/>
              <a:gd name="connsiteX9" fmla="*/ 2066925 w 3552825"/>
              <a:gd name="connsiteY9" fmla="*/ 200025 h 3241675"/>
              <a:gd name="connsiteX10" fmla="*/ 2057400 w 3552825"/>
              <a:gd name="connsiteY10" fmla="*/ 0 h 3241675"/>
              <a:gd name="connsiteX0" fmla="*/ 2079172 w 3574597"/>
              <a:gd name="connsiteY0" fmla="*/ 0 h 3241675"/>
              <a:gd name="connsiteX1" fmla="*/ 0 w 3574597"/>
              <a:gd name="connsiteY1" fmla="*/ 2419350 h 3241675"/>
              <a:gd name="connsiteX2" fmla="*/ 2293258 w 3574597"/>
              <a:gd name="connsiteY2" fmla="*/ 3241675 h 3241675"/>
              <a:gd name="connsiteX3" fmla="*/ 3250747 w 3574597"/>
              <a:gd name="connsiteY3" fmla="*/ 2590800 h 3241675"/>
              <a:gd name="connsiteX4" fmla="*/ 3336472 w 3574597"/>
              <a:gd name="connsiteY4" fmla="*/ 2533650 h 3241675"/>
              <a:gd name="connsiteX5" fmla="*/ 3574597 w 3574597"/>
              <a:gd name="connsiteY5" fmla="*/ 2371725 h 3241675"/>
              <a:gd name="connsiteX6" fmla="*/ 2669722 w 3574597"/>
              <a:gd name="connsiteY6" fmla="*/ 209550 h 3241675"/>
              <a:gd name="connsiteX7" fmla="*/ 2479222 w 3574597"/>
              <a:gd name="connsiteY7" fmla="*/ 371475 h 3241675"/>
              <a:gd name="connsiteX8" fmla="*/ 2231572 w 3574597"/>
              <a:gd name="connsiteY8" fmla="*/ 342900 h 3241675"/>
              <a:gd name="connsiteX9" fmla="*/ 2088697 w 3574597"/>
              <a:gd name="connsiteY9" fmla="*/ 200025 h 3241675"/>
              <a:gd name="connsiteX10" fmla="*/ 2079172 w 3574597"/>
              <a:gd name="connsiteY10" fmla="*/ 0 h 3241675"/>
              <a:gd name="connsiteX0" fmla="*/ 2079172 w 3639911"/>
              <a:gd name="connsiteY0" fmla="*/ 0 h 3241675"/>
              <a:gd name="connsiteX1" fmla="*/ 0 w 3639911"/>
              <a:gd name="connsiteY1" fmla="*/ 2419350 h 3241675"/>
              <a:gd name="connsiteX2" fmla="*/ 2293258 w 3639911"/>
              <a:gd name="connsiteY2" fmla="*/ 3241675 h 3241675"/>
              <a:gd name="connsiteX3" fmla="*/ 3250747 w 3639911"/>
              <a:gd name="connsiteY3" fmla="*/ 2590800 h 3241675"/>
              <a:gd name="connsiteX4" fmla="*/ 3336472 w 3639911"/>
              <a:gd name="connsiteY4" fmla="*/ 2533650 h 3241675"/>
              <a:gd name="connsiteX5" fmla="*/ 3639911 w 3639911"/>
              <a:gd name="connsiteY5" fmla="*/ 2571296 h 3241675"/>
              <a:gd name="connsiteX6" fmla="*/ 2669722 w 3639911"/>
              <a:gd name="connsiteY6" fmla="*/ 209550 h 3241675"/>
              <a:gd name="connsiteX7" fmla="*/ 2479222 w 3639911"/>
              <a:gd name="connsiteY7" fmla="*/ 371475 h 3241675"/>
              <a:gd name="connsiteX8" fmla="*/ 2231572 w 3639911"/>
              <a:gd name="connsiteY8" fmla="*/ 342900 h 3241675"/>
              <a:gd name="connsiteX9" fmla="*/ 2088697 w 3639911"/>
              <a:gd name="connsiteY9" fmla="*/ 200025 h 3241675"/>
              <a:gd name="connsiteX10" fmla="*/ 2079172 w 3639911"/>
              <a:gd name="connsiteY10" fmla="*/ 0 h 3241675"/>
              <a:gd name="connsiteX0" fmla="*/ 2079172 w 3639911"/>
              <a:gd name="connsiteY0" fmla="*/ 0 h 3241675"/>
              <a:gd name="connsiteX1" fmla="*/ 0 w 3639911"/>
              <a:gd name="connsiteY1" fmla="*/ 2419350 h 3241675"/>
              <a:gd name="connsiteX2" fmla="*/ 2293258 w 3639911"/>
              <a:gd name="connsiteY2" fmla="*/ 3241675 h 3241675"/>
              <a:gd name="connsiteX3" fmla="*/ 3250747 w 3639911"/>
              <a:gd name="connsiteY3" fmla="*/ 2590800 h 3241675"/>
              <a:gd name="connsiteX4" fmla="*/ 3365501 w 3639911"/>
              <a:gd name="connsiteY4" fmla="*/ 2606221 h 3241675"/>
              <a:gd name="connsiteX5" fmla="*/ 3639911 w 3639911"/>
              <a:gd name="connsiteY5" fmla="*/ 2571296 h 3241675"/>
              <a:gd name="connsiteX6" fmla="*/ 2669722 w 3639911"/>
              <a:gd name="connsiteY6" fmla="*/ 209550 h 3241675"/>
              <a:gd name="connsiteX7" fmla="*/ 2479222 w 3639911"/>
              <a:gd name="connsiteY7" fmla="*/ 371475 h 3241675"/>
              <a:gd name="connsiteX8" fmla="*/ 2231572 w 3639911"/>
              <a:gd name="connsiteY8" fmla="*/ 342900 h 3241675"/>
              <a:gd name="connsiteX9" fmla="*/ 2088697 w 3639911"/>
              <a:gd name="connsiteY9" fmla="*/ 200025 h 3241675"/>
              <a:gd name="connsiteX10" fmla="*/ 2079172 w 3639911"/>
              <a:gd name="connsiteY10" fmla="*/ 0 h 3241675"/>
              <a:gd name="connsiteX0" fmla="*/ 2079172 w 3639911"/>
              <a:gd name="connsiteY0" fmla="*/ 0 h 3241675"/>
              <a:gd name="connsiteX1" fmla="*/ 0 w 3639911"/>
              <a:gd name="connsiteY1" fmla="*/ 2419350 h 3241675"/>
              <a:gd name="connsiteX2" fmla="*/ 2293258 w 3639911"/>
              <a:gd name="connsiteY2" fmla="*/ 3241675 h 3241675"/>
              <a:gd name="connsiteX3" fmla="*/ 3276147 w 3639911"/>
              <a:gd name="connsiteY3" fmla="*/ 2692400 h 3241675"/>
              <a:gd name="connsiteX4" fmla="*/ 3365501 w 3639911"/>
              <a:gd name="connsiteY4" fmla="*/ 2606221 h 3241675"/>
              <a:gd name="connsiteX5" fmla="*/ 3639911 w 3639911"/>
              <a:gd name="connsiteY5" fmla="*/ 2571296 h 3241675"/>
              <a:gd name="connsiteX6" fmla="*/ 2669722 w 3639911"/>
              <a:gd name="connsiteY6" fmla="*/ 209550 h 3241675"/>
              <a:gd name="connsiteX7" fmla="*/ 2479222 w 3639911"/>
              <a:gd name="connsiteY7" fmla="*/ 371475 h 3241675"/>
              <a:gd name="connsiteX8" fmla="*/ 2231572 w 3639911"/>
              <a:gd name="connsiteY8" fmla="*/ 342900 h 3241675"/>
              <a:gd name="connsiteX9" fmla="*/ 2088697 w 3639911"/>
              <a:gd name="connsiteY9" fmla="*/ 200025 h 3241675"/>
              <a:gd name="connsiteX10" fmla="*/ 2079172 w 3639911"/>
              <a:gd name="connsiteY10" fmla="*/ 0 h 3241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639911" h="3241675">
                <a:moveTo>
                  <a:pt x="2079172" y="0"/>
                </a:moveTo>
                <a:lnTo>
                  <a:pt x="0" y="2419350"/>
                </a:lnTo>
                <a:cubicBezTo>
                  <a:pt x="757162" y="2693458"/>
                  <a:pt x="458410" y="3090938"/>
                  <a:pt x="2293258" y="3241675"/>
                </a:cubicBezTo>
                <a:lnTo>
                  <a:pt x="3276147" y="2692400"/>
                </a:lnTo>
                <a:lnTo>
                  <a:pt x="3365501" y="2606221"/>
                </a:lnTo>
                <a:lnTo>
                  <a:pt x="3639911" y="2571296"/>
                </a:lnTo>
                <a:lnTo>
                  <a:pt x="2669722" y="209550"/>
                </a:lnTo>
                <a:lnTo>
                  <a:pt x="2479222" y="371475"/>
                </a:lnTo>
                <a:lnTo>
                  <a:pt x="2231572" y="342900"/>
                </a:lnTo>
                <a:lnTo>
                  <a:pt x="2088697" y="200025"/>
                </a:lnTo>
                <a:lnTo>
                  <a:pt x="2079172" y="0"/>
                </a:lnTo>
                <a:close/>
              </a:path>
            </a:pathLst>
          </a:custGeom>
          <a:solidFill>
            <a:srgbClr val="EAF3F5">
              <a:alpha val="6117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60DFAF6-90B7-313C-9817-1EB760A7C8B5}"/>
              </a:ext>
            </a:extLst>
          </p:cNvPr>
          <p:cNvCxnSpPr/>
          <p:nvPr/>
        </p:nvCxnSpPr>
        <p:spPr>
          <a:xfrm flipH="1">
            <a:off x="8181975" y="1882493"/>
            <a:ext cx="2057400" cy="2381250"/>
          </a:xfrm>
          <a:prstGeom prst="line">
            <a:avLst/>
          </a:prstGeom>
          <a:ln>
            <a:solidFill>
              <a:srgbClr val="8E8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1301C32-5092-AD70-25A7-D795F067B534}"/>
              </a:ext>
            </a:extLst>
          </p:cNvPr>
          <p:cNvCxnSpPr>
            <a:cxnSpLocks/>
            <a:stCxn id="36" idx="6"/>
          </p:cNvCxnSpPr>
          <p:nvPr/>
        </p:nvCxnSpPr>
        <p:spPr>
          <a:xfrm>
            <a:off x="10829925" y="2092043"/>
            <a:ext cx="973306" cy="2315029"/>
          </a:xfrm>
          <a:prstGeom prst="line">
            <a:avLst/>
          </a:prstGeom>
          <a:ln>
            <a:solidFill>
              <a:srgbClr val="8E8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FDD4545-65ED-99C1-C7DF-F542AE2CA71C}"/>
              </a:ext>
            </a:extLst>
          </p:cNvPr>
          <p:cNvCxnSpPr/>
          <p:nvPr/>
        </p:nvCxnSpPr>
        <p:spPr>
          <a:xfrm flipV="1">
            <a:off x="8724900" y="863318"/>
            <a:ext cx="1384300" cy="146050"/>
          </a:xfrm>
          <a:prstGeom prst="line">
            <a:avLst/>
          </a:prstGeom>
          <a:ln>
            <a:solidFill>
              <a:srgbClr val="8E8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1C7DC49-A0C7-DFC8-6C68-BEC282CC3D38}"/>
              </a:ext>
            </a:extLst>
          </p:cNvPr>
          <p:cNvCxnSpPr/>
          <p:nvPr/>
        </p:nvCxnSpPr>
        <p:spPr>
          <a:xfrm>
            <a:off x="8556625" y="1393543"/>
            <a:ext cx="1190625" cy="727075"/>
          </a:xfrm>
          <a:prstGeom prst="line">
            <a:avLst/>
          </a:prstGeom>
          <a:ln>
            <a:solidFill>
              <a:srgbClr val="8E8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5E34CC2-551C-CE3C-B97D-EBDD9B6A0208}"/>
              </a:ext>
            </a:extLst>
          </p:cNvPr>
          <p:cNvCxnSpPr>
            <a:cxnSpLocks/>
          </p:cNvCxnSpPr>
          <p:nvPr/>
        </p:nvCxnSpPr>
        <p:spPr>
          <a:xfrm>
            <a:off x="4100864" y="759078"/>
            <a:ext cx="1003434" cy="896886"/>
          </a:xfrm>
          <a:prstGeom prst="line">
            <a:avLst/>
          </a:prstGeom>
          <a:ln>
            <a:solidFill>
              <a:srgbClr val="8E8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DD78C93-AA4F-11B5-C33A-6A9FB74832D0}"/>
              </a:ext>
            </a:extLst>
          </p:cNvPr>
          <p:cNvCxnSpPr/>
          <p:nvPr/>
        </p:nvCxnSpPr>
        <p:spPr>
          <a:xfrm>
            <a:off x="4443684" y="361380"/>
            <a:ext cx="1371600" cy="349250"/>
          </a:xfrm>
          <a:prstGeom prst="line">
            <a:avLst/>
          </a:prstGeom>
          <a:ln>
            <a:solidFill>
              <a:srgbClr val="8E8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C37593F-19AE-07E6-E70B-F7C9BBB6407E}"/>
              </a:ext>
            </a:extLst>
          </p:cNvPr>
          <p:cNvCxnSpPr/>
          <p:nvPr/>
        </p:nvCxnSpPr>
        <p:spPr>
          <a:xfrm flipH="1">
            <a:off x="8181975" y="1882493"/>
            <a:ext cx="2057400" cy="2381250"/>
          </a:xfrm>
          <a:prstGeom prst="line">
            <a:avLst/>
          </a:prstGeom>
          <a:ln>
            <a:solidFill>
              <a:srgbClr val="8E8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8A3D8E8F-D224-1822-1721-33EE1A82124C}"/>
              </a:ext>
            </a:extLst>
          </p:cNvPr>
          <p:cNvCxnSpPr>
            <a:cxnSpLocks/>
          </p:cNvCxnSpPr>
          <p:nvPr/>
        </p:nvCxnSpPr>
        <p:spPr>
          <a:xfrm>
            <a:off x="10829925" y="2092043"/>
            <a:ext cx="973306" cy="2315029"/>
          </a:xfrm>
          <a:prstGeom prst="line">
            <a:avLst/>
          </a:prstGeom>
          <a:ln>
            <a:solidFill>
              <a:srgbClr val="8E8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A016FFC-570D-E8D0-E55D-8A270ADCF624}"/>
              </a:ext>
            </a:extLst>
          </p:cNvPr>
          <p:cNvCxnSpPr/>
          <p:nvPr/>
        </p:nvCxnSpPr>
        <p:spPr>
          <a:xfrm flipV="1">
            <a:off x="8680956" y="974709"/>
            <a:ext cx="1384300" cy="146050"/>
          </a:xfrm>
          <a:prstGeom prst="line">
            <a:avLst/>
          </a:prstGeom>
          <a:ln>
            <a:solidFill>
              <a:srgbClr val="8E8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0D20E686-C9AF-C9BF-94E2-96AB0B825C12}"/>
              </a:ext>
            </a:extLst>
          </p:cNvPr>
          <p:cNvCxnSpPr/>
          <p:nvPr/>
        </p:nvCxnSpPr>
        <p:spPr>
          <a:xfrm>
            <a:off x="8556625" y="1393543"/>
            <a:ext cx="1190625" cy="727075"/>
          </a:xfrm>
          <a:prstGeom prst="line">
            <a:avLst/>
          </a:prstGeom>
          <a:ln>
            <a:solidFill>
              <a:srgbClr val="8E8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C8E88001-0E8E-C120-9380-BF182D35572B}"/>
              </a:ext>
            </a:extLst>
          </p:cNvPr>
          <p:cNvGrpSpPr/>
          <p:nvPr/>
        </p:nvGrpSpPr>
        <p:grpSpPr>
          <a:xfrm>
            <a:off x="1800520" y="4338607"/>
            <a:ext cx="1697574" cy="1354150"/>
            <a:chOff x="1800520" y="4338607"/>
            <a:chExt cx="1697574" cy="1354150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890ACE59-93D2-E46A-6B1E-6187669037A5}"/>
                </a:ext>
              </a:extLst>
            </p:cNvPr>
            <p:cNvSpPr/>
            <p:nvPr/>
          </p:nvSpPr>
          <p:spPr>
            <a:xfrm>
              <a:off x="1800520" y="4363579"/>
              <a:ext cx="1286318" cy="1329178"/>
            </a:xfrm>
            <a:prstGeom prst="ellipse">
              <a:avLst/>
            </a:prstGeom>
            <a:noFill/>
            <a:ln w="3492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ES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8FEF4F99-0559-79CD-0D40-3B36D535FEDE}"/>
                </a:ext>
              </a:extLst>
            </p:cNvPr>
            <p:cNvSpPr txBox="1"/>
            <p:nvPr/>
          </p:nvSpPr>
          <p:spPr>
            <a:xfrm>
              <a:off x="2856572" y="4338607"/>
              <a:ext cx="64152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ES"/>
              </a:defPPr>
              <a:lvl1pPr>
                <a:defRPr sz="1200" b="1">
                  <a:solidFill>
                    <a:srgbClr val="C00000"/>
                  </a:solidFill>
                  <a:effectLst>
                    <a:glow rad="178202">
                      <a:schemeClr val="bg1">
                        <a:alpha val="40000"/>
                      </a:schemeClr>
                    </a:glow>
                  </a:effectLst>
                  <a:latin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r>
                <a:rPr lang="en-ES" sz="1100" dirty="0"/>
                <a:t>Átomos</a:t>
              </a:r>
            </a:p>
          </p:txBody>
        </p:sp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3DBDA421-BF99-6F10-A039-D5CE90B569FA}"/>
              </a:ext>
            </a:extLst>
          </p:cNvPr>
          <p:cNvGrpSpPr/>
          <p:nvPr/>
        </p:nvGrpSpPr>
        <p:grpSpPr>
          <a:xfrm>
            <a:off x="1838227" y="2938234"/>
            <a:ext cx="1571664" cy="1303546"/>
            <a:chOff x="1838227" y="2938234"/>
            <a:chExt cx="1571664" cy="1303546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57FB8B2-8DA3-FA30-3E94-49CDCF83C5F9}"/>
                </a:ext>
              </a:extLst>
            </p:cNvPr>
            <p:cNvSpPr/>
            <p:nvPr/>
          </p:nvSpPr>
          <p:spPr>
            <a:xfrm>
              <a:off x="1838227" y="3060324"/>
              <a:ext cx="1248611" cy="1181456"/>
            </a:xfrm>
            <a:prstGeom prst="ellipse">
              <a:avLst/>
            </a:prstGeom>
            <a:noFill/>
            <a:ln w="3492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ES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D761BD03-6BB2-4E4C-5EAC-DF5B1E614446}"/>
                </a:ext>
              </a:extLst>
            </p:cNvPr>
            <p:cNvSpPr txBox="1"/>
            <p:nvPr/>
          </p:nvSpPr>
          <p:spPr>
            <a:xfrm>
              <a:off x="2808444" y="2938234"/>
              <a:ext cx="60144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ES"/>
              </a:defPPr>
              <a:lvl1pPr>
                <a:defRPr sz="1200" b="1">
                  <a:solidFill>
                    <a:srgbClr val="C00000"/>
                  </a:solidFill>
                  <a:effectLst>
                    <a:glow rad="178202">
                      <a:schemeClr val="bg1">
                        <a:alpha val="40000"/>
                      </a:schemeClr>
                    </a:glow>
                  </a:effectLst>
                  <a:latin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r>
                <a:rPr lang="en-ES" sz="1100" dirty="0"/>
                <a:t>Células</a:t>
              </a:r>
            </a:p>
          </p:txBody>
        </p:sp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70A3034E-F46D-D4EC-4F3F-261BA8143F23}"/>
              </a:ext>
            </a:extLst>
          </p:cNvPr>
          <p:cNvGrpSpPr/>
          <p:nvPr/>
        </p:nvGrpSpPr>
        <p:grpSpPr>
          <a:xfrm>
            <a:off x="1810808" y="1521980"/>
            <a:ext cx="1391653" cy="1491207"/>
            <a:chOff x="1810808" y="1521980"/>
            <a:chExt cx="1391653" cy="1491207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01AD8AD1-A358-C3B2-39A5-B97A43432141}"/>
                </a:ext>
              </a:extLst>
            </p:cNvPr>
            <p:cNvSpPr/>
            <p:nvPr/>
          </p:nvSpPr>
          <p:spPr>
            <a:xfrm>
              <a:off x="1810808" y="1767591"/>
              <a:ext cx="1248611" cy="1245596"/>
            </a:xfrm>
            <a:prstGeom prst="ellipse">
              <a:avLst/>
            </a:prstGeom>
            <a:noFill/>
            <a:ln w="3492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ES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50949F87-6F5F-5FE5-63B8-7BAB46DFF658}"/>
                </a:ext>
              </a:extLst>
            </p:cNvPr>
            <p:cNvSpPr txBox="1"/>
            <p:nvPr/>
          </p:nvSpPr>
          <p:spPr>
            <a:xfrm>
              <a:off x="2599411" y="1521980"/>
              <a:ext cx="60305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ES"/>
              </a:defPPr>
              <a:lvl1pPr>
                <a:defRPr sz="1200" b="1">
                  <a:solidFill>
                    <a:srgbClr val="C00000"/>
                  </a:solidFill>
                  <a:effectLst>
                    <a:glow rad="178202">
                      <a:schemeClr val="bg1">
                        <a:alpha val="40000"/>
                      </a:schemeClr>
                    </a:glow>
                  </a:effectLst>
                  <a:latin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r>
                <a:rPr lang="en-ES" sz="1100" dirty="0"/>
                <a:t>Tejidos</a:t>
              </a:r>
            </a:p>
          </p:txBody>
        </p:sp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1F6706FD-4376-08BB-6B92-E3ABDAD48FA7}"/>
              </a:ext>
            </a:extLst>
          </p:cNvPr>
          <p:cNvGrpSpPr/>
          <p:nvPr/>
        </p:nvGrpSpPr>
        <p:grpSpPr>
          <a:xfrm>
            <a:off x="875950" y="1646762"/>
            <a:ext cx="673582" cy="705928"/>
            <a:chOff x="875950" y="1646762"/>
            <a:chExt cx="673582" cy="705928"/>
          </a:xfrm>
        </p:grpSpPr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851F3B19-A806-4798-4E03-B8EA54D5A0B9}"/>
                </a:ext>
              </a:extLst>
            </p:cNvPr>
            <p:cNvSpPr/>
            <p:nvPr/>
          </p:nvSpPr>
          <p:spPr>
            <a:xfrm>
              <a:off x="892175" y="1917715"/>
              <a:ext cx="638175" cy="434975"/>
            </a:xfrm>
            <a:custGeom>
              <a:avLst/>
              <a:gdLst>
                <a:gd name="connsiteX0" fmla="*/ 34925 w 638175"/>
                <a:gd name="connsiteY0" fmla="*/ 434975 h 434975"/>
                <a:gd name="connsiteX1" fmla="*/ 34925 w 638175"/>
                <a:gd name="connsiteY1" fmla="*/ 434975 h 434975"/>
                <a:gd name="connsiteX2" fmla="*/ 76200 w 638175"/>
                <a:gd name="connsiteY2" fmla="*/ 431800 h 434975"/>
                <a:gd name="connsiteX3" fmla="*/ 98425 w 638175"/>
                <a:gd name="connsiteY3" fmla="*/ 425450 h 434975"/>
                <a:gd name="connsiteX4" fmla="*/ 114300 w 638175"/>
                <a:gd name="connsiteY4" fmla="*/ 422275 h 434975"/>
                <a:gd name="connsiteX5" fmla="*/ 133350 w 638175"/>
                <a:gd name="connsiteY5" fmla="*/ 412750 h 434975"/>
                <a:gd name="connsiteX6" fmla="*/ 142875 w 638175"/>
                <a:gd name="connsiteY6" fmla="*/ 409575 h 434975"/>
                <a:gd name="connsiteX7" fmla="*/ 177800 w 638175"/>
                <a:gd name="connsiteY7" fmla="*/ 384175 h 434975"/>
                <a:gd name="connsiteX8" fmla="*/ 187325 w 638175"/>
                <a:gd name="connsiteY8" fmla="*/ 381000 h 434975"/>
                <a:gd name="connsiteX9" fmla="*/ 206375 w 638175"/>
                <a:gd name="connsiteY9" fmla="*/ 368300 h 434975"/>
                <a:gd name="connsiteX10" fmla="*/ 228600 w 638175"/>
                <a:gd name="connsiteY10" fmla="*/ 352425 h 434975"/>
                <a:gd name="connsiteX11" fmla="*/ 257175 w 638175"/>
                <a:gd name="connsiteY11" fmla="*/ 336550 h 434975"/>
                <a:gd name="connsiteX12" fmla="*/ 266700 w 638175"/>
                <a:gd name="connsiteY12" fmla="*/ 333375 h 434975"/>
                <a:gd name="connsiteX13" fmla="*/ 285750 w 638175"/>
                <a:gd name="connsiteY13" fmla="*/ 320675 h 434975"/>
                <a:gd name="connsiteX14" fmla="*/ 307975 w 638175"/>
                <a:gd name="connsiteY14" fmla="*/ 311150 h 434975"/>
                <a:gd name="connsiteX15" fmla="*/ 330200 w 638175"/>
                <a:gd name="connsiteY15" fmla="*/ 298450 h 434975"/>
                <a:gd name="connsiteX16" fmla="*/ 339725 w 638175"/>
                <a:gd name="connsiteY16" fmla="*/ 295275 h 434975"/>
                <a:gd name="connsiteX17" fmla="*/ 352425 w 638175"/>
                <a:gd name="connsiteY17" fmla="*/ 288925 h 434975"/>
                <a:gd name="connsiteX18" fmla="*/ 361950 w 638175"/>
                <a:gd name="connsiteY18" fmla="*/ 285750 h 434975"/>
                <a:gd name="connsiteX19" fmla="*/ 396875 w 638175"/>
                <a:gd name="connsiteY19" fmla="*/ 273050 h 434975"/>
                <a:gd name="connsiteX20" fmla="*/ 412750 w 638175"/>
                <a:gd name="connsiteY20" fmla="*/ 269875 h 434975"/>
                <a:gd name="connsiteX21" fmla="*/ 434975 w 638175"/>
                <a:gd name="connsiteY21" fmla="*/ 260350 h 434975"/>
                <a:gd name="connsiteX22" fmla="*/ 460375 w 638175"/>
                <a:gd name="connsiteY22" fmla="*/ 247650 h 434975"/>
                <a:gd name="connsiteX23" fmla="*/ 469900 w 638175"/>
                <a:gd name="connsiteY23" fmla="*/ 244475 h 434975"/>
                <a:gd name="connsiteX24" fmla="*/ 492125 w 638175"/>
                <a:gd name="connsiteY24" fmla="*/ 228600 h 434975"/>
                <a:gd name="connsiteX25" fmla="*/ 501650 w 638175"/>
                <a:gd name="connsiteY25" fmla="*/ 225425 h 434975"/>
                <a:gd name="connsiteX26" fmla="*/ 511175 w 638175"/>
                <a:gd name="connsiteY26" fmla="*/ 215900 h 434975"/>
                <a:gd name="connsiteX27" fmla="*/ 520700 w 638175"/>
                <a:gd name="connsiteY27" fmla="*/ 203200 h 434975"/>
                <a:gd name="connsiteX28" fmla="*/ 542925 w 638175"/>
                <a:gd name="connsiteY28" fmla="*/ 184150 h 434975"/>
                <a:gd name="connsiteX29" fmla="*/ 549275 w 638175"/>
                <a:gd name="connsiteY29" fmla="*/ 171450 h 434975"/>
                <a:gd name="connsiteX30" fmla="*/ 558800 w 638175"/>
                <a:gd name="connsiteY30" fmla="*/ 161925 h 434975"/>
                <a:gd name="connsiteX31" fmla="*/ 565150 w 638175"/>
                <a:gd name="connsiteY31" fmla="*/ 152400 h 434975"/>
                <a:gd name="connsiteX32" fmla="*/ 587375 w 638175"/>
                <a:gd name="connsiteY32" fmla="*/ 133350 h 434975"/>
                <a:gd name="connsiteX33" fmla="*/ 609600 w 638175"/>
                <a:gd name="connsiteY33" fmla="*/ 117475 h 434975"/>
                <a:gd name="connsiteX34" fmla="*/ 625475 w 638175"/>
                <a:gd name="connsiteY34" fmla="*/ 98425 h 434975"/>
                <a:gd name="connsiteX35" fmla="*/ 635000 w 638175"/>
                <a:gd name="connsiteY35" fmla="*/ 92075 h 434975"/>
                <a:gd name="connsiteX36" fmla="*/ 638175 w 638175"/>
                <a:gd name="connsiteY36" fmla="*/ 82550 h 434975"/>
                <a:gd name="connsiteX37" fmla="*/ 628650 w 638175"/>
                <a:gd name="connsiteY37" fmla="*/ 63500 h 434975"/>
                <a:gd name="connsiteX38" fmla="*/ 619125 w 638175"/>
                <a:gd name="connsiteY38" fmla="*/ 57150 h 434975"/>
                <a:gd name="connsiteX39" fmla="*/ 600075 w 638175"/>
                <a:gd name="connsiteY39" fmla="*/ 41275 h 434975"/>
                <a:gd name="connsiteX40" fmla="*/ 555625 w 638175"/>
                <a:gd name="connsiteY40" fmla="*/ 28575 h 434975"/>
                <a:gd name="connsiteX41" fmla="*/ 504825 w 638175"/>
                <a:gd name="connsiteY41" fmla="*/ 22225 h 434975"/>
                <a:gd name="connsiteX42" fmla="*/ 314325 w 638175"/>
                <a:gd name="connsiteY42" fmla="*/ 15875 h 434975"/>
                <a:gd name="connsiteX43" fmla="*/ 266700 w 638175"/>
                <a:gd name="connsiteY43" fmla="*/ 9525 h 434975"/>
                <a:gd name="connsiteX44" fmla="*/ 231775 w 638175"/>
                <a:gd name="connsiteY44" fmla="*/ 6350 h 434975"/>
                <a:gd name="connsiteX45" fmla="*/ 168275 w 638175"/>
                <a:gd name="connsiteY45" fmla="*/ 0 h 434975"/>
                <a:gd name="connsiteX46" fmla="*/ 92075 w 638175"/>
                <a:gd name="connsiteY46" fmla="*/ 3175 h 434975"/>
                <a:gd name="connsiteX47" fmla="*/ 82550 w 638175"/>
                <a:gd name="connsiteY47" fmla="*/ 6350 h 434975"/>
                <a:gd name="connsiteX48" fmla="*/ 73025 w 638175"/>
                <a:gd name="connsiteY48" fmla="*/ 12700 h 434975"/>
                <a:gd name="connsiteX49" fmla="*/ 66675 w 638175"/>
                <a:gd name="connsiteY49" fmla="*/ 22225 h 434975"/>
                <a:gd name="connsiteX50" fmla="*/ 38100 w 638175"/>
                <a:gd name="connsiteY50" fmla="*/ 44450 h 434975"/>
                <a:gd name="connsiteX51" fmla="*/ 31750 w 638175"/>
                <a:gd name="connsiteY51" fmla="*/ 53975 h 434975"/>
                <a:gd name="connsiteX52" fmla="*/ 25400 w 638175"/>
                <a:gd name="connsiteY52" fmla="*/ 73025 h 434975"/>
                <a:gd name="connsiteX53" fmla="*/ 22225 w 638175"/>
                <a:gd name="connsiteY53" fmla="*/ 95250 h 434975"/>
                <a:gd name="connsiteX54" fmla="*/ 15875 w 638175"/>
                <a:gd name="connsiteY54" fmla="*/ 114300 h 434975"/>
                <a:gd name="connsiteX55" fmla="*/ 9525 w 638175"/>
                <a:gd name="connsiteY55" fmla="*/ 133350 h 434975"/>
                <a:gd name="connsiteX56" fmla="*/ 6350 w 638175"/>
                <a:gd name="connsiteY56" fmla="*/ 142875 h 434975"/>
                <a:gd name="connsiteX57" fmla="*/ 0 w 638175"/>
                <a:gd name="connsiteY57" fmla="*/ 180975 h 434975"/>
                <a:gd name="connsiteX58" fmla="*/ 6350 w 638175"/>
                <a:gd name="connsiteY58" fmla="*/ 339725 h 434975"/>
                <a:gd name="connsiteX59" fmla="*/ 12700 w 638175"/>
                <a:gd name="connsiteY59" fmla="*/ 387350 h 434975"/>
                <a:gd name="connsiteX60" fmla="*/ 19050 w 638175"/>
                <a:gd name="connsiteY60" fmla="*/ 396875 h 434975"/>
                <a:gd name="connsiteX61" fmla="*/ 22225 w 638175"/>
                <a:gd name="connsiteY61" fmla="*/ 406400 h 434975"/>
                <a:gd name="connsiteX62" fmla="*/ 34925 w 638175"/>
                <a:gd name="connsiteY62" fmla="*/ 434975 h 434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38175" h="434975">
                  <a:moveTo>
                    <a:pt x="34925" y="434975"/>
                  </a:moveTo>
                  <a:lnTo>
                    <a:pt x="34925" y="434975"/>
                  </a:lnTo>
                  <a:cubicBezTo>
                    <a:pt x="48683" y="433917"/>
                    <a:pt x="62496" y="433412"/>
                    <a:pt x="76200" y="431800"/>
                  </a:cubicBezTo>
                  <a:cubicBezTo>
                    <a:pt x="87418" y="430480"/>
                    <a:pt x="88387" y="427959"/>
                    <a:pt x="98425" y="425450"/>
                  </a:cubicBezTo>
                  <a:cubicBezTo>
                    <a:pt x="103660" y="424141"/>
                    <a:pt x="109065" y="423584"/>
                    <a:pt x="114300" y="422275"/>
                  </a:cubicBezTo>
                  <a:cubicBezTo>
                    <a:pt x="130261" y="418285"/>
                    <a:pt x="117830" y="420510"/>
                    <a:pt x="133350" y="412750"/>
                  </a:cubicBezTo>
                  <a:cubicBezTo>
                    <a:pt x="136343" y="411253"/>
                    <a:pt x="139700" y="410633"/>
                    <a:pt x="142875" y="409575"/>
                  </a:cubicBezTo>
                  <a:cubicBezTo>
                    <a:pt x="149051" y="404634"/>
                    <a:pt x="170746" y="386526"/>
                    <a:pt x="177800" y="384175"/>
                  </a:cubicBezTo>
                  <a:lnTo>
                    <a:pt x="187325" y="381000"/>
                  </a:lnTo>
                  <a:cubicBezTo>
                    <a:pt x="205381" y="362944"/>
                    <a:pt x="187995" y="377490"/>
                    <a:pt x="206375" y="368300"/>
                  </a:cubicBezTo>
                  <a:cubicBezTo>
                    <a:pt x="212055" y="365460"/>
                    <a:pt x="224286" y="355301"/>
                    <a:pt x="228600" y="352425"/>
                  </a:cubicBezTo>
                  <a:cubicBezTo>
                    <a:pt x="235826" y="347608"/>
                    <a:pt x="248702" y="340181"/>
                    <a:pt x="257175" y="336550"/>
                  </a:cubicBezTo>
                  <a:cubicBezTo>
                    <a:pt x="260251" y="335232"/>
                    <a:pt x="263774" y="335000"/>
                    <a:pt x="266700" y="333375"/>
                  </a:cubicBezTo>
                  <a:cubicBezTo>
                    <a:pt x="273371" y="329669"/>
                    <a:pt x="278510" y="323088"/>
                    <a:pt x="285750" y="320675"/>
                  </a:cubicBezTo>
                  <a:cubicBezTo>
                    <a:pt x="296436" y="317113"/>
                    <a:pt x="296990" y="317427"/>
                    <a:pt x="307975" y="311150"/>
                  </a:cubicBezTo>
                  <a:cubicBezTo>
                    <a:pt x="323918" y="302040"/>
                    <a:pt x="311011" y="306674"/>
                    <a:pt x="330200" y="298450"/>
                  </a:cubicBezTo>
                  <a:cubicBezTo>
                    <a:pt x="333276" y="297132"/>
                    <a:pt x="336649" y="296593"/>
                    <a:pt x="339725" y="295275"/>
                  </a:cubicBezTo>
                  <a:cubicBezTo>
                    <a:pt x="344075" y="293411"/>
                    <a:pt x="348075" y="290789"/>
                    <a:pt x="352425" y="288925"/>
                  </a:cubicBezTo>
                  <a:cubicBezTo>
                    <a:pt x="355501" y="287607"/>
                    <a:pt x="358816" y="286925"/>
                    <a:pt x="361950" y="285750"/>
                  </a:cubicBezTo>
                  <a:cubicBezTo>
                    <a:pt x="371329" y="282233"/>
                    <a:pt x="387346" y="274956"/>
                    <a:pt x="396875" y="273050"/>
                  </a:cubicBezTo>
                  <a:lnTo>
                    <a:pt x="412750" y="269875"/>
                  </a:lnTo>
                  <a:cubicBezTo>
                    <a:pt x="429492" y="258714"/>
                    <a:pt x="414473" y="267184"/>
                    <a:pt x="434975" y="260350"/>
                  </a:cubicBezTo>
                  <a:cubicBezTo>
                    <a:pt x="467935" y="249363"/>
                    <a:pt x="437041" y="259317"/>
                    <a:pt x="460375" y="247650"/>
                  </a:cubicBezTo>
                  <a:cubicBezTo>
                    <a:pt x="463368" y="246153"/>
                    <a:pt x="466907" y="245972"/>
                    <a:pt x="469900" y="244475"/>
                  </a:cubicBezTo>
                  <a:cubicBezTo>
                    <a:pt x="479728" y="239561"/>
                    <a:pt x="482058" y="234353"/>
                    <a:pt x="492125" y="228600"/>
                  </a:cubicBezTo>
                  <a:cubicBezTo>
                    <a:pt x="495031" y="226940"/>
                    <a:pt x="498475" y="226483"/>
                    <a:pt x="501650" y="225425"/>
                  </a:cubicBezTo>
                  <a:cubicBezTo>
                    <a:pt x="504825" y="222250"/>
                    <a:pt x="508253" y="219309"/>
                    <a:pt x="511175" y="215900"/>
                  </a:cubicBezTo>
                  <a:cubicBezTo>
                    <a:pt x="514619" y="211882"/>
                    <a:pt x="516958" y="206942"/>
                    <a:pt x="520700" y="203200"/>
                  </a:cubicBezTo>
                  <a:cubicBezTo>
                    <a:pt x="531540" y="192360"/>
                    <a:pt x="534285" y="196246"/>
                    <a:pt x="542925" y="184150"/>
                  </a:cubicBezTo>
                  <a:cubicBezTo>
                    <a:pt x="545676" y="180299"/>
                    <a:pt x="546524" y="175301"/>
                    <a:pt x="549275" y="171450"/>
                  </a:cubicBezTo>
                  <a:cubicBezTo>
                    <a:pt x="551885" y="167796"/>
                    <a:pt x="555925" y="165374"/>
                    <a:pt x="558800" y="161925"/>
                  </a:cubicBezTo>
                  <a:cubicBezTo>
                    <a:pt x="561243" y="158994"/>
                    <a:pt x="562707" y="155331"/>
                    <a:pt x="565150" y="152400"/>
                  </a:cubicBezTo>
                  <a:cubicBezTo>
                    <a:pt x="574998" y="140582"/>
                    <a:pt x="575112" y="143861"/>
                    <a:pt x="587375" y="133350"/>
                  </a:cubicBezTo>
                  <a:cubicBezTo>
                    <a:pt x="605395" y="117904"/>
                    <a:pt x="587457" y="128547"/>
                    <a:pt x="609600" y="117475"/>
                  </a:cubicBezTo>
                  <a:cubicBezTo>
                    <a:pt x="615844" y="108109"/>
                    <a:pt x="616308" y="106065"/>
                    <a:pt x="625475" y="98425"/>
                  </a:cubicBezTo>
                  <a:cubicBezTo>
                    <a:pt x="628406" y="95982"/>
                    <a:pt x="631825" y="94192"/>
                    <a:pt x="635000" y="92075"/>
                  </a:cubicBezTo>
                  <a:cubicBezTo>
                    <a:pt x="636058" y="88900"/>
                    <a:pt x="638175" y="85897"/>
                    <a:pt x="638175" y="82550"/>
                  </a:cubicBezTo>
                  <a:cubicBezTo>
                    <a:pt x="638175" y="77385"/>
                    <a:pt x="631861" y="66711"/>
                    <a:pt x="628650" y="63500"/>
                  </a:cubicBezTo>
                  <a:cubicBezTo>
                    <a:pt x="625952" y="60802"/>
                    <a:pt x="622056" y="59593"/>
                    <a:pt x="619125" y="57150"/>
                  </a:cubicBezTo>
                  <a:cubicBezTo>
                    <a:pt x="610580" y="50029"/>
                    <a:pt x="610210" y="45780"/>
                    <a:pt x="600075" y="41275"/>
                  </a:cubicBezTo>
                  <a:cubicBezTo>
                    <a:pt x="591823" y="37608"/>
                    <a:pt x="562644" y="29452"/>
                    <a:pt x="555625" y="28575"/>
                  </a:cubicBezTo>
                  <a:cubicBezTo>
                    <a:pt x="538692" y="26458"/>
                    <a:pt x="521878" y="22857"/>
                    <a:pt x="504825" y="22225"/>
                  </a:cubicBezTo>
                  <a:lnTo>
                    <a:pt x="314325" y="15875"/>
                  </a:lnTo>
                  <a:cubicBezTo>
                    <a:pt x="298768" y="13653"/>
                    <a:pt x="282292" y="11166"/>
                    <a:pt x="266700" y="9525"/>
                  </a:cubicBezTo>
                  <a:cubicBezTo>
                    <a:pt x="255075" y="8301"/>
                    <a:pt x="243400" y="7574"/>
                    <a:pt x="231775" y="6350"/>
                  </a:cubicBezTo>
                  <a:cubicBezTo>
                    <a:pt x="159488" y="-1259"/>
                    <a:pt x="266020" y="8145"/>
                    <a:pt x="168275" y="0"/>
                  </a:cubicBezTo>
                  <a:cubicBezTo>
                    <a:pt x="142875" y="1058"/>
                    <a:pt x="117428" y="1297"/>
                    <a:pt x="92075" y="3175"/>
                  </a:cubicBezTo>
                  <a:cubicBezTo>
                    <a:pt x="88737" y="3422"/>
                    <a:pt x="85543" y="4853"/>
                    <a:pt x="82550" y="6350"/>
                  </a:cubicBezTo>
                  <a:cubicBezTo>
                    <a:pt x="79137" y="8057"/>
                    <a:pt x="76200" y="10583"/>
                    <a:pt x="73025" y="12700"/>
                  </a:cubicBezTo>
                  <a:cubicBezTo>
                    <a:pt x="70908" y="15875"/>
                    <a:pt x="69547" y="19712"/>
                    <a:pt x="66675" y="22225"/>
                  </a:cubicBezTo>
                  <a:cubicBezTo>
                    <a:pt x="44890" y="41287"/>
                    <a:pt x="52433" y="27251"/>
                    <a:pt x="38100" y="44450"/>
                  </a:cubicBezTo>
                  <a:cubicBezTo>
                    <a:pt x="35657" y="47381"/>
                    <a:pt x="33300" y="50488"/>
                    <a:pt x="31750" y="53975"/>
                  </a:cubicBezTo>
                  <a:cubicBezTo>
                    <a:pt x="29032" y="60092"/>
                    <a:pt x="25400" y="73025"/>
                    <a:pt x="25400" y="73025"/>
                  </a:cubicBezTo>
                  <a:cubicBezTo>
                    <a:pt x="24342" y="80433"/>
                    <a:pt x="23908" y="87958"/>
                    <a:pt x="22225" y="95250"/>
                  </a:cubicBezTo>
                  <a:cubicBezTo>
                    <a:pt x="20720" y="101772"/>
                    <a:pt x="17992" y="107950"/>
                    <a:pt x="15875" y="114300"/>
                  </a:cubicBezTo>
                  <a:lnTo>
                    <a:pt x="9525" y="133350"/>
                  </a:lnTo>
                  <a:cubicBezTo>
                    <a:pt x="8467" y="136525"/>
                    <a:pt x="7006" y="139593"/>
                    <a:pt x="6350" y="142875"/>
                  </a:cubicBezTo>
                  <a:cubicBezTo>
                    <a:pt x="1707" y="166088"/>
                    <a:pt x="3938" y="153408"/>
                    <a:pt x="0" y="180975"/>
                  </a:cubicBezTo>
                  <a:cubicBezTo>
                    <a:pt x="1409" y="226055"/>
                    <a:pt x="2626" y="291308"/>
                    <a:pt x="6350" y="339725"/>
                  </a:cubicBezTo>
                  <a:cubicBezTo>
                    <a:pt x="6436" y="340841"/>
                    <a:pt x="11842" y="384489"/>
                    <a:pt x="12700" y="387350"/>
                  </a:cubicBezTo>
                  <a:cubicBezTo>
                    <a:pt x="13796" y="391005"/>
                    <a:pt x="17343" y="393462"/>
                    <a:pt x="19050" y="396875"/>
                  </a:cubicBezTo>
                  <a:cubicBezTo>
                    <a:pt x="20547" y="399868"/>
                    <a:pt x="20134" y="403787"/>
                    <a:pt x="22225" y="406400"/>
                  </a:cubicBezTo>
                  <a:cubicBezTo>
                    <a:pt x="24609" y="409380"/>
                    <a:pt x="32808" y="430213"/>
                    <a:pt x="34925" y="434975"/>
                  </a:cubicBezTo>
                  <a:close/>
                </a:path>
              </a:pathLst>
            </a:custGeom>
            <a:noFill/>
            <a:ln w="3492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ES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4846D6AE-E226-8BA3-BBF2-61B75EDD7D3B}"/>
                </a:ext>
              </a:extLst>
            </p:cNvPr>
            <p:cNvSpPr txBox="1"/>
            <p:nvPr/>
          </p:nvSpPr>
          <p:spPr>
            <a:xfrm>
              <a:off x="875950" y="1646762"/>
              <a:ext cx="67358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ES" sz="1100" b="1" dirty="0">
                  <a:solidFill>
                    <a:srgbClr val="C00000"/>
                  </a:solidFill>
                  <a:effectLst>
                    <a:glow rad="178202">
                      <a:schemeClr val="bg1">
                        <a:alpha val="40000"/>
                      </a:schemeClr>
                    </a:glow>
                  </a:effectLst>
                  <a:latin typeface="Calibri" panose="020F0502020204030204" pitchFamily="34" charset="0"/>
                  <a:cs typeface="Calibri" panose="020F0502020204030204" pitchFamily="34" charset="0"/>
                </a:rPr>
                <a:t>Órganos</a:t>
              </a:r>
            </a:p>
          </p:txBody>
        </p:sp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6600C119-C281-9627-610A-71A0B19A061C}"/>
              </a:ext>
            </a:extLst>
          </p:cNvPr>
          <p:cNvGrpSpPr/>
          <p:nvPr/>
        </p:nvGrpSpPr>
        <p:grpSpPr>
          <a:xfrm>
            <a:off x="62687" y="21298"/>
            <a:ext cx="2446228" cy="1785008"/>
            <a:chOff x="62687" y="21298"/>
            <a:chExt cx="2446228" cy="1785008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49028728-0AE9-0499-3E45-5E1E625FB70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62687" y="166637"/>
              <a:ext cx="2446228" cy="1639669"/>
            </a:xfrm>
            <a:prstGeom prst="rect">
              <a:avLst/>
            </a:prstGeom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940761CB-849B-4161-E230-447F9778BE76}"/>
                </a:ext>
              </a:extLst>
            </p:cNvPr>
            <p:cNvSpPr txBox="1"/>
            <p:nvPr/>
          </p:nvSpPr>
          <p:spPr>
            <a:xfrm>
              <a:off x="895732" y="21298"/>
              <a:ext cx="73609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ES"/>
              </a:defPPr>
              <a:lvl1pPr>
                <a:defRPr sz="1200" b="1">
                  <a:solidFill>
                    <a:srgbClr val="C00000"/>
                  </a:solidFill>
                  <a:effectLst>
                    <a:glow rad="178202">
                      <a:schemeClr val="bg1">
                        <a:alpha val="40000"/>
                      </a:schemeClr>
                    </a:glow>
                  </a:effectLst>
                  <a:latin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r>
                <a:rPr lang="en-GB" sz="1100" dirty="0"/>
                <a:t>I</a:t>
              </a:r>
              <a:r>
                <a:rPr lang="en-ES" sz="1100" dirty="0"/>
                <a:t>ndividuo</a:t>
              </a:r>
            </a:p>
          </p:txBody>
        </p:sp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E4CE6DF9-1460-0E5E-CF93-AB0513DC409C}"/>
              </a:ext>
            </a:extLst>
          </p:cNvPr>
          <p:cNvGrpSpPr/>
          <p:nvPr/>
        </p:nvGrpSpPr>
        <p:grpSpPr>
          <a:xfrm>
            <a:off x="3418109" y="16295"/>
            <a:ext cx="1608160" cy="1932826"/>
            <a:chOff x="3418109" y="16295"/>
            <a:chExt cx="1608160" cy="1932826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DCCEDAB5-9CE7-15A1-49DC-43FFF8FA6154}"/>
                </a:ext>
              </a:extLst>
            </p:cNvPr>
            <p:cNvSpPr/>
            <p:nvPr/>
          </p:nvSpPr>
          <p:spPr>
            <a:xfrm>
              <a:off x="3418109" y="16295"/>
              <a:ext cx="1608160" cy="1639669"/>
            </a:xfrm>
            <a:prstGeom prst="ellipse">
              <a:avLst/>
            </a:prstGeom>
            <a:noFill/>
            <a:ln w="3492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ES" dirty="0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07454D37-CD38-9ED8-4393-17744456B0FC}"/>
                </a:ext>
              </a:extLst>
            </p:cNvPr>
            <p:cNvSpPr txBox="1"/>
            <p:nvPr/>
          </p:nvSpPr>
          <p:spPr>
            <a:xfrm>
              <a:off x="3837790" y="1687511"/>
              <a:ext cx="66396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ES"/>
              </a:defPPr>
              <a:lvl1pPr>
                <a:defRPr sz="1200" b="1">
                  <a:solidFill>
                    <a:srgbClr val="C00000"/>
                  </a:solidFill>
                  <a:effectLst>
                    <a:glow rad="178202">
                      <a:schemeClr val="bg1">
                        <a:alpha val="40000"/>
                      </a:schemeClr>
                    </a:glow>
                  </a:effectLst>
                  <a:latin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r>
                <a:rPr lang="es-ES" sz="1100" dirty="0"/>
                <a:t>Biosfera</a:t>
              </a:r>
              <a:endParaRPr lang="en-ES" sz="1100" dirty="0"/>
            </a:p>
          </p:txBody>
        </p:sp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5EBDBF0F-B9A8-1417-4DBC-44229E64470A}"/>
              </a:ext>
            </a:extLst>
          </p:cNvPr>
          <p:cNvGrpSpPr/>
          <p:nvPr/>
        </p:nvGrpSpPr>
        <p:grpSpPr>
          <a:xfrm>
            <a:off x="9679152" y="672138"/>
            <a:ext cx="2120482" cy="2456204"/>
            <a:chOff x="9679152" y="672138"/>
            <a:chExt cx="2120482" cy="2456204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033DC967-B08D-0BC1-B0F9-ABCE2B7EA083}"/>
                </a:ext>
              </a:extLst>
            </p:cNvPr>
            <p:cNvSpPr/>
            <p:nvPr/>
          </p:nvSpPr>
          <p:spPr>
            <a:xfrm>
              <a:off x="9679152" y="672138"/>
              <a:ext cx="2120482" cy="2148710"/>
            </a:xfrm>
            <a:prstGeom prst="ellipse">
              <a:avLst/>
            </a:prstGeom>
            <a:noFill/>
            <a:ln w="3492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ES" dirty="0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79FA7896-B226-B66C-798D-2B804E4FD710}"/>
                </a:ext>
              </a:extLst>
            </p:cNvPr>
            <p:cNvSpPr txBox="1"/>
            <p:nvPr/>
          </p:nvSpPr>
          <p:spPr>
            <a:xfrm>
              <a:off x="10381192" y="2866732"/>
              <a:ext cx="58862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ES"/>
              </a:defPPr>
              <a:lvl1pPr>
                <a:defRPr sz="1200" b="1">
                  <a:solidFill>
                    <a:srgbClr val="C00000"/>
                  </a:solidFill>
                  <a:effectLst>
                    <a:glow rad="178202">
                      <a:schemeClr val="bg1">
                        <a:alpha val="40000"/>
                      </a:schemeClr>
                    </a:glow>
                  </a:effectLst>
                  <a:latin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r>
                <a:rPr lang="en-ES" sz="1100" dirty="0"/>
                <a:t>Región</a:t>
              </a:r>
            </a:p>
          </p:txBody>
        </p:sp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41444241-0958-E8A8-1E98-2F2DEDE8DA7E}"/>
              </a:ext>
            </a:extLst>
          </p:cNvPr>
          <p:cNvGrpSpPr/>
          <p:nvPr/>
        </p:nvGrpSpPr>
        <p:grpSpPr>
          <a:xfrm>
            <a:off x="8001538" y="16294"/>
            <a:ext cx="1599432" cy="1895399"/>
            <a:chOff x="8001538" y="16294"/>
            <a:chExt cx="1599432" cy="1895399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0C4F4795-DBA4-61B6-DCFC-71A3DCA425E6}"/>
                </a:ext>
              </a:extLst>
            </p:cNvPr>
            <p:cNvSpPr/>
            <p:nvPr/>
          </p:nvSpPr>
          <p:spPr>
            <a:xfrm>
              <a:off x="8001538" y="16294"/>
              <a:ext cx="1599432" cy="1604137"/>
            </a:xfrm>
            <a:prstGeom prst="ellipse">
              <a:avLst/>
            </a:prstGeom>
            <a:noFill/>
            <a:ln w="3492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ES" dirty="0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1863BD6B-C6CF-AC43-87B9-B1EB3C0289D1}"/>
                </a:ext>
              </a:extLst>
            </p:cNvPr>
            <p:cNvSpPr txBox="1"/>
            <p:nvPr/>
          </p:nvSpPr>
          <p:spPr>
            <a:xfrm>
              <a:off x="8539197" y="1650083"/>
              <a:ext cx="42030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ES"/>
              </a:defPPr>
              <a:lvl1pPr>
                <a:defRPr sz="1200" b="1">
                  <a:solidFill>
                    <a:srgbClr val="C00000"/>
                  </a:solidFill>
                  <a:effectLst>
                    <a:glow rad="178202">
                      <a:schemeClr val="bg1">
                        <a:alpha val="40000"/>
                      </a:schemeClr>
                    </a:glow>
                  </a:effectLst>
                  <a:latin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r>
                <a:rPr lang="en-ES" sz="1100" dirty="0"/>
                <a:t>País</a:t>
              </a: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C453BEDF-10AB-7F5D-9A57-195B18AA2CE7}"/>
              </a:ext>
            </a:extLst>
          </p:cNvPr>
          <p:cNvGrpSpPr/>
          <p:nvPr/>
        </p:nvGrpSpPr>
        <p:grpSpPr>
          <a:xfrm>
            <a:off x="94425" y="5792325"/>
            <a:ext cx="2075432" cy="230832"/>
            <a:chOff x="162582" y="5860479"/>
            <a:chExt cx="2075432" cy="230832"/>
          </a:xfrm>
        </p:grpSpPr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030B0CCE-6C5D-897A-71FC-79F204F43E2C}"/>
                </a:ext>
              </a:extLst>
            </p:cNvPr>
            <p:cNvSpPr/>
            <p:nvPr/>
          </p:nvSpPr>
          <p:spPr>
            <a:xfrm>
              <a:off x="162582" y="5922971"/>
              <a:ext cx="303793" cy="121237"/>
            </a:xfrm>
            <a:custGeom>
              <a:avLst/>
              <a:gdLst>
                <a:gd name="connsiteX0" fmla="*/ 42785 w 382150"/>
                <a:gd name="connsiteY0" fmla="*/ 0 h 216817"/>
                <a:gd name="connsiteX1" fmla="*/ 42785 w 382150"/>
                <a:gd name="connsiteY1" fmla="*/ 0 h 216817"/>
                <a:gd name="connsiteX2" fmla="*/ 137053 w 382150"/>
                <a:gd name="connsiteY2" fmla="*/ 18854 h 216817"/>
                <a:gd name="connsiteX3" fmla="*/ 325589 w 382150"/>
                <a:gd name="connsiteY3" fmla="*/ 37707 h 216817"/>
                <a:gd name="connsiteX4" fmla="*/ 372723 w 382150"/>
                <a:gd name="connsiteY4" fmla="*/ 94268 h 216817"/>
                <a:gd name="connsiteX5" fmla="*/ 382150 w 382150"/>
                <a:gd name="connsiteY5" fmla="*/ 141402 h 216817"/>
                <a:gd name="connsiteX6" fmla="*/ 363297 w 382150"/>
                <a:gd name="connsiteY6" fmla="*/ 207390 h 216817"/>
                <a:gd name="connsiteX7" fmla="*/ 335016 w 382150"/>
                <a:gd name="connsiteY7" fmla="*/ 216817 h 216817"/>
                <a:gd name="connsiteX8" fmla="*/ 108773 w 382150"/>
                <a:gd name="connsiteY8" fmla="*/ 207390 h 216817"/>
                <a:gd name="connsiteX9" fmla="*/ 80493 w 382150"/>
                <a:gd name="connsiteY9" fmla="*/ 197963 h 216817"/>
                <a:gd name="connsiteX10" fmla="*/ 52212 w 382150"/>
                <a:gd name="connsiteY10" fmla="*/ 169682 h 216817"/>
                <a:gd name="connsiteX11" fmla="*/ 23932 w 382150"/>
                <a:gd name="connsiteY11" fmla="*/ 150829 h 216817"/>
                <a:gd name="connsiteX12" fmla="*/ 14505 w 382150"/>
                <a:gd name="connsiteY12" fmla="*/ 56561 h 216817"/>
                <a:gd name="connsiteX13" fmla="*/ 52212 w 382150"/>
                <a:gd name="connsiteY13" fmla="*/ 18854 h 216817"/>
                <a:gd name="connsiteX14" fmla="*/ 42785 w 382150"/>
                <a:gd name="connsiteY14" fmla="*/ 0 h 216817"/>
                <a:gd name="connsiteX0" fmla="*/ 52212 w 382150"/>
                <a:gd name="connsiteY0" fmla="*/ 18854 h 216817"/>
                <a:gd name="connsiteX1" fmla="*/ 42785 w 382150"/>
                <a:gd name="connsiteY1" fmla="*/ 0 h 216817"/>
                <a:gd name="connsiteX2" fmla="*/ 137053 w 382150"/>
                <a:gd name="connsiteY2" fmla="*/ 18854 h 216817"/>
                <a:gd name="connsiteX3" fmla="*/ 325589 w 382150"/>
                <a:gd name="connsiteY3" fmla="*/ 37707 h 216817"/>
                <a:gd name="connsiteX4" fmla="*/ 372723 w 382150"/>
                <a:gd name="connsiteY4" fmla="*/ 94268 h 216817"/>
                <a:gd name="connsiteX5" fmla="*/ 382150 w 382150"/>
                <a:gd name="connsiteY5" fmla="*/ 141402 h 216817"/>
                <a:gd name="connsiteX6" fmla="*/ 363297 w 382150"/>
                <a:gd name="connsiteY6" fmla="*/ 207390 h 216817"/>
                <a:gd name="connsiteX7" fmla="*/ 335016 w 382150"/>
                <a:gd name="connsiteY7" fmla="*/ 216817 h 216817"/>
                <a:gd name="connsiteX8" fmla="*/ 108773 w 382150"/>
                <a:gd name="connsiteY8" fmla="*/ 207390 h 216817"/>
                <a:gd name="connsiteX9" fmla="*/ 80493 w 382150"/>
                <a:gd name="connsiteY9" fmla="*/ 197963 h 216817"/>
                <a:gd name="connsiteX10" fmla="*/ 52212 w 382150"/>
                <a:gd name="connsiteY10" fmla="*/ 169682 h 216817"/>
                <a:gd name="connsiteX11" fmla="*/ 23932 w 382150"/>
                <a:gd name="connsiteY11" fmla="*/ 150829 h 216817"/>
                <a:gd name="connsiteX12" fmla="*/ 14505 w 382150"/>
                <a:gd name="connsiteY12" fmla="*/ 56561 h 216817"/>
                <a:gd name="connsiteX13" fmla="*/ 52212 w 382150"/>
                <a:gd name="connsiteY13" fmla="*/ 18854 h 216817"/>
                <a:gd name="connsiteX0" fmla="*/ 52212 w 382150"/>
                <a:gd name="connsiteY0" fmla="*/ 3629 h 201592"/>
                <a:gd name="connsiteX1" fmla="*/ 137053 w 382150"/>
                <a:gd name="connsiteY1" fmla="*/ 3629 h 201592"/>
                <a:gd name="connsiteX2" fmla="*/ 325589 w 382150"/>
                <a:gd name="connsiteY2" fmla="*/ 22482 h 201592"/>
                <a:gd name="connsiteX3" fmla="*/ 372723 w 382150"/>
                <a:gd name="connsiteY3" fmla="*/ 79043 h 201592"/>
                <a:gd name="connsiteX4" fmla="*/ 382150 w 382150"/>
                <a:gd name="connsiteY4" fmla="*/ 126177 h 201592"/>
                <a:gd name="connsiteX5" fmla="*/ 363297 w 382150"/>
                <a:gd name="connsiteY5" fmla="*/ 192165 h 201592"/>
                <a:gd name="connsiteX6" fmla="*/ 335016 w 382150"/>
                <a:gd name="connsiteY6" fmla="*/ 201592 h 201592"/>
                <a:gd name="connsiteX7" fmla="*/ 108773 w 382150"/>
                <a:gd name="connsiteY7" fmla="*/ 192165 h 201592"/>
                <a:gd name="connsiteX8" fmla="*/ 80493 w 382150"/>
                <a:gd name="connsiteY8" fmla="*/ 182738 h 201592"/>
                <a:gd name="connsiteX9" fmla="*/ 52212 w 382150"/>
                <a:gd name="connsiteY9" fmla="*/ 154457 h 201592"/>
                <a:gd name="connsiteX10" fmla="*/ 23932 w 382150"/>
                <a:gd name="connsiteY10" fmla="*/ 135604 h 201592"/>
                <a:gd name="connsiteX11" fmla="*/ 14505 w 382150"/>
                <a:gd name="connsiteY11" fmla="*/ 41336 h 201592"/>
                <a:gd name="connsiteX12" fmla="*/ 52212 w 382150"/>
                <a:gd name="connsiteY12" fmla="*/ 3629 h 201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2150" h="201592">
                  <a:moveTo>
                    <a:pt x="52212" y="3629"/>
                  </a:moveTo>
                  <a:cubicBezTo>
                    <a:pt x="72637" y="-2655"/>
                    <a:pt x="91490" y="487"/>
                    <a:pt x="137053" y="3629"/>
                  </a:cubicBezTo>
                  <a:cubicBezTo>
                    <a:pt x="182616" y="6771"/>
                    <a:pt x="196545" y="-3327"/>
                    <a:pt x="325589" y="22482"/>
                  </a:cubicBezTo>
                  <a:cubicBezTo>
                    <a:pt x="340260" y="37153"/>
                    <a:pt x="364848" y="58044"/>
                    <a:pt x="372723" y="79043"/>
                  </a:cubicBezTo>
                  <a:cubicBezTo>
                    <a:pt x="378349" y="94045"/>
                    <a:pt x="379008" y="110466"/>
                    <a:pt x="382150" y="126177"/>
                  </a:cubicBezTo>
                  <a:cubicBezTo>
                    <a:pt x="382069" y="126500"/>
                    <a:pt x="367803" y="187659"/>
                    <a:pt x="363297" y="192165"/>
                  </a:cubicBezTo>
                  <a:cubicBezTo>
                    <a:pt x="356271" y="199192"/>
                    <a:pt x="344443" y="198450"/>
                    <a:pt x="335016" y="201592"/>
                  </a:cubicBezTo>
                  <a:cubicBezTo>
                    <a:pt x="259602" y="198450"/>
                    <a:pt x="184047" y="197741"/>
                    <a:pt x="108773" y="192165"/>
                  </a:cubicBezTo>
                  <a:cubicBezTo>
                    <a:pt x="98864" y="191431"/>
                    <a:pt x="88761" y="188250"/>
                    <a:pt x="80493" y="182738"/>
                  </a:cubicBezTo>
                  <a:cubicBezTo>
                    <a:pt x="69400" y="175343"/>
                    <a:pt x="62454" y="162992"/>
                    <a:pt x="52212" y="154457"/>
                  </a:cubicBezTo>
                  <a:cubicBezTo>
                    <a:pt x="43509" y="147204"/>
                    <a:pt x="33359" y="141888"/>
                    <a:pt x="23932" y="135604"/>
                  </a:cubicBezTo>
                  <a:cubicBezTo>
                    <a:pt x="49" y="99779"/>
                    <a:pt x="-10832" y="97077"/>
                    <a:pt x="14505" y="41336"/>
                  </a:cubicBezTo>
                  <a:cubicBezTo>
                    <a:pt x="21860" y="25154"/>
                    <a:pt x="37748" y="13961"/>
                    <a:pt x="52212" y="3629"/>
                  </a:cubicBezTo>
                  <a:close/>
                </a:path>
              </a:pathLst>
            </a:custGeom>
            <a:noFill/>
            <a:ln w="158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ES" sz="900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CB1A6428-B087-EC1D-7EC4-6B54F1F7434E}"/>
                </a:ext>
              </a:extLst>
            </p:cNvPr>
            <p:cNvSpPr txBox="1"/>
            <p:nvPr/>
          </p:nvSpPr>
          <p:spPr>
            <a:xfrm>
              <a:off x="466375" y="5860479"/>
              <a:ext cx="177163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ES" sz="900" b="1" dirty="0">
                  <a:latin typeface="Calibri" panose="020F0502020204030204" pitchFamily="34" charset="0"/>
                  <a:cs typeface="Calibri" panose="020F0502020204030204" pitchFamily="34" charset="0"/>
                </a:rPr>
                <a:t>Delimitación de jerarquías físicas</a:t>
              </a: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F438BE25-E7AC-525C-A833-8C278760203E}"/>
              </a:ext>
            </a:extLst>
          </p:cNvPr>
          <p:cNvGrpSpPr/>
          <p:nvPr/>
        </p:nvGrpSpPr>
        <p:grpSpPr>
          <a:xfrm>
            <a:off x="94425" y="5971782"/>
            <a:ext cx="2336722" cy="230832"/>
            <a:chOff x="162582" y="6052545"/>
            <a:chExt cx="2336722" cy="230832"/>
          </a:xfrm>
        </p:grpSpPr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C01C1DA5-8AD7-17AB-80BF-8A0275AD539B}"/>
                </a:ext>
              </a:extLst>
            </p:cNvPr>
            <p:cNvSpPr/>
            <p:nvPr/>
          </p:nvSpPr>
          <p:spPr>
            <a:xfrm>
              <a:off x="162582" y="6115037"/>
              <a:ext cx="303793" cy="121237"/>
            </a:xfrm>
            <a:custGeom>
              <a:avLst/>
              <a:gdLst>
                <a:gd name="connsiteX0" fmla="*/ 42785 w 382150"/>
                <a:gd name="connsiteY0" fmla="*/ 0 h 216817"/>
                <a:gd name="connsiteX1" fmla="*/ 42785 w 382150"/>
                <a:gd name="connsiteY1" fmla="*/ 0 h 216817"/>
                <a:gd name="connsiteX2" fmla="*/ 137053 w 382150"/>
                <a:gd name="connsiteY2" fmla="*/ 18854 h 216817"/>
                <a:gd name="connsiteX3" fmla="*/ 325589 w 382150"/>
                <a:gd name="connsiteY3" fmla="*/ 37707 h 216817"/>
                <a:gd name="connsiteX4" fmla="*/ 372723 w 382150"/>
                <a:gd name="connsiteY4" fmla="*/ 94268 h 216817"/>
                <a:gd name="connsiteX5" fmla="*/ 382150 w 382150"/>
                <a:gd name="connsiteY5" fmla="*/ 141402 h 216817"/>
                <a:gd name="connsiteX6" fmla="*/ 363297 w 382150"/>
                <a:gd name="connsiteY6" fmla="*/ 207390 h 216817"/>
                <a:gd name="connsiteX7" fmla="*/ 335016 w 382150"/>
                <a:gd name="connsiteY7" fmla="*/ 216817 h 216817"/>
                <a:gd name="connsiteX8" fmla="*/ 108773 w 382150"/>
                <a:gd name="connsiteY8" fmla="*/ 207390 h 216817"/>
                <a:gd name="connsiteX9" fmla="*/ 80493 w 382150"/>
                <a:gd name="connsiteY9" fmla="*/ 197963 h 216817"/>
                <a:gd name="connsiteX10" fmla="*/ 52212 w 382150"/>
                <a:gd name="connsiteY10" fmla="*/ 169682 h 216817"/>
                <a:gd name="connsiteX11" fmla="*/ 23932 w 382150"/>
                <a:gd name="connsiteY11" fmla="*/ 150829 h 216817"/>
                <a:gd name="connsiteX12" fmla="*/ 14505 w 382150"/>
                <a:gd name="connsiteY12" fmla="*/ 56561 h 216817"/>
                <a:gd name="connsiteX13" fmla="*/ 52212 w 382150"/>
                <a:gd name="connsiteY13" fmla="*/ 18854 h 216817"/>
                <a:gd name="connsiteX14" fmla="*/ 42785 w 382150"/>
                <a:gd name="connsiteY14" fmla="*/ 0 h 216817"/>
                <a:gd name="connsiteX0" fmla="*/ 52212 w 382150"/>
                <a:gd name="connsiteY0" fmla="*/ 18854 h 216817"/>
                <a:gd name="connsiteX1" fmla="*/ 42785 w 382150"/>
                <a:gd name="connsiteY1" fmla="*/ 0 h 216817"/>
                <a:gd name="connsiteX2" fmla="*/ 137053 w 382150"/>
                <a:gd name="connsiteY2" fmla="*/ 18854 h 216817"/>
                <a:gd name="connsiteX3" fmla="*/ 325589 w 382150"/>
                <a:gd name="connsiteY3" fmla="*/ 37707 h 216817"/>
                <a:gd name="connsiteX4" fmla="*/ 372723 w 382150"/>
                <a:gd name="connsiteY4" fmla="*/ 94268 h 216817"/>
                <a:gd name="connsiteX5" fmla="*/ 382150 w 382150"/>
                <a:gd name="connsiteY5" fmla="*/ 141402 h 216817"/>
                <a:gd name="connsiteX6" fmla="*/ 363297 w 382150"/>
                <a:gd name="connsiteY6" fmla="*/ 207390 h 216817"/>
                <a:gd name="connsiteX7" fmla="*/ 335016 w 382150"/>
                <a:gd name="connsiteY7" fmla="*/ 216817 h 216817"/>
                <a:gd name="connsiteX8" fmla="*/ 108773 w 382150"/>
                <a:gd name="connsiteY8" fmla="*/ 207390 h 216817"/>
                <a:gd name="connsiteX9" fmla="*/ 80493 w 382150"/>
                <a:gd name="connsiteY9" fmla="*/ 197963 h 216817"/>
                <a:gd name="connsiteX10" fmla="*/ 52212 w 382150"/>
                <a:gd name="connsiteY10" fmla="*/ 169682 h 216817"/>
                <a:gd name="connsiteX11" fmla="*/ 23932 w 382150"/>
                <a:gd name="connsiteY11" fmla="*/ 150829 h 216817"/>
                <a:gd name="connsiteX12" fmla="*/ 14505 w 382150"/>
                <a:gd name="connsiteY12" fmla="*/ 56561 h 216817"/>
                <a:gd name="connsiteX13" fmla="*/ 52212 w 382150"/>
                <a:gd name="connsiteY13" fmla="*/ 18854 h 216817"/>
                <a:gd name="connsiteX0" fmla="*/ 52212 w 382150"/>
                <a:gd name="connsiteY0" fmla="*/ 3629 h 201592"/>
                <a:gd name="connsiteX1" fmla="*/ 137053 w 382150"/>
                <a:gd name="connsiteY1" fmla="*/ 3629 h 201592"/>
                <a:gd name="connsiteX2" fmla="*/ 325589 w 382150"/>
                <a:gd name="connsiteY2" fmla="*/ 22482 h 201592"/>
                <a:gd name="connsiteX3" fmla="*/ 372723 w 382150"/>
                <a:gd name="connsiteY3" fmla="*/ 79043 h 201592"/>
                <a:gd name="connsiteX4" fmla="*/ 382150 w 382150"/>
                <a:gd name="connsiteY4" fmla="*/ 126177 h 201592"/>
                <a:gd name="connsiteX5" fmla="*/ 363297 w 382150"/>
                <a:gd name="connsiteY5" fmla="*/ 192165 h 201592"/>
                <a:gd name="connsiteX6" fmla="*/ 335016 w 382150"/>
                <a:gd name="connsiteY6" fmla="*/ 201592 h 201592"/>
                <a:gd name="connsiteX7" fmla="*/ 108773 w 382150"/>
                <a:gd name="connsiteY7" fmla="*/ 192165 h 201592"/>
                <a:gd name="connsiteX8" fmla="*/ 80493 w 382150"/>
                <a:gd name="connsiteY8" fmla="*/ 182738 h 201592"/>
                <a:gd name="connsiteX9" fmla="*/ 52212 w 382150"/>
                <a:gd name="connsiteY9" fmla="*/ 154457 h 201592"/>
                <a:gd name="connsiteX10" fmla="*/ 23932 w 382150"/>
                <a:gd name="connsiteY10" fmla="*/ 135604 h 201592"/>
                <a:gd name="connsiteX11" fmla="*/ 14505 w 382150"/>
                <a:gd name="connsiteY11" fmla="*/ 41336 h 201592"/>
                <a:gd name="connsiteX12" fmla="*/ 52212 w 382150"/>
                <a:gd name="connsiteY12" fmla="*/ 3629 h 201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2150" h="201592">
                  <a:moveTo>
                    <a:pt x="52212" y="3629"/>
                  </a:moveTo>
                  <a:cubicBezTo>
                    <a:pt x="72637" y="-2655"/>
                    <a:pt x="91490" y="487"/>
                    <a:pt x="137053" y="3629"/>
                  </a:cubicBezTo>
                  <a:cubicBezTo>
                    <a:pt x="182616" y="6771"/>
                    <a:pt x="196545" y="-3327"/>
                    <a:pt x="325589" y="22482"/>
                  </a:cubicBezTo>
                  <a:cubicBezTo>
                    <a:pt x="340260" y="37153"/>
                    <a:pt x="364848" y="58044"/>
                    <a:pt x="372723" y="79043"/>
                  </a:cubicBezTo>
                  <a:cubicBezTo>
                    <a:pt x="378349" y="94045"/>
                    <a:pt x="379008" y="110466"/>
                    <a:pt x="382150" y="126177"/>
                  </a:cubicBezTo>
                  <a:cubicBezTo>
                    <a:pt x="382069" y="126500"/>
                    <a:pt x="367803" y="187659"/>
                    <a:pt x="363297" y="192165"/>
                  </a:cubicBezTo>
                  <a:cubicBezTo>
                    <a:pt x="356271" y="199192"/>
                    <a:pt x="344443" y="198450"/>
                    <a:pt x="335016" y="201592"/>
                  </a:cubicBezTo>
                  <a:cubicBezTo>
                    <a:pt x="259602" y="198450"/>
                    <a:pt x="184047" y="197741"/>
                    <a:pt x="108773" y="192165"/>
                  </a:cubicBezTo>
                  <a:cubicBezTo>
                    <a:pt x="98864" y="191431"/>
                    <a:pt x="88761" y="188250"/>
                    <a:pt x="80493" y="182738"/>
                  </a:cubicBezTo>
                  <a:cubicBezTo>
                    <a:pt x="69400" y="175343"/>
                    <a:pt x="62454" y="162992"/>
                    <a:pt x="52212" y="154457"/>
                  </a:cubicBezTo>
                  <a:cubicBezTo>
                    <a:pt x="43509" y="147204"/>
                    <a:pt x="33359" y="141888"/>
                    <a:pt x="23932" y="135604"/>
                  </a:cubicBezTo>
                  <a:cubicBezTo>
                    <a:pt x="49" y="99779"/>
                    <a:pt x="-10832" y="97077"/>
                    <a:pt x="14505" y="41336"/>
                  </a:cubicBezTo>
                  <a:cubicBezTo>
                    <a:pt x="21860" y="25154"/>
                    <a:pt x="37748" y="13961"/>
                    <a:pt x="52212" y="3629"/>
                  </a:cubicBezTo>
                  <a:close/>
                </a:path>
              </a:pathLst>
            </a:custGeom>
            <a:noFill/>
            <a:ln w="15875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ES" sz="900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F333ECE0-02B1-9E1E-C745-29D847CA2B95}"/>
                </a:ext>
              </a:extLst>
            </p:cNvPr>
            <p:cNvSpPr txBox="1"/>
            <p:nvPr/>
          </p:nvSpPr>
          <p:spPr>
            <a:xfrm>
              <a:off x="466375" y="6052545"/>
              <a:ext cx="203292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ES" sz="900" b="1" dirty="0">
                  <a:latin typeface="Calibri" panose="020F0502020204030204" pitchFamily="34" charset="0"/>
                  <a:cs typeface="Calibri" panose="020F0502020204030204" pitchFamily="34" charset="0"/>
                </a:rPr>
                <a:t>Delimitación de jerarquías funcionales</a:t>
              </a:r>
            </a:p>
          </p:txBody>
        </p:sp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2E8799BA-0293-58D3-9E45-D2C1B22B86DA}"/>
              </a:ext>
            </a:extLst>
          </p:cNvPr>
          <p:cNvGrpSpPr/>
          <p:nvPr/>
        </p:nvGrpSpPr>
        <p:grpSpPr>
          <a:xfrm>
            <a:off x="128398" y="3215819"/>
            <a:ext cx="986037" cy="1929089"/>
            <a:chOff x="128398" y="3215819"/>
            <a:chExt cx="986037" cy="1929089"/>
          </a:xfrm>
        </p:grpSpPr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84ECC127-B8D4-86E0-9625-165E24DCFDE5}"/>
                </a:ext>
              </a:extLst>
            </p:cNvPr>
            <p:cNvSpPr/>
            <p:nvPr/>
          </p:nvSpPr>
          <p:spPr>
            <a:xfrm>
              <a:off x="837708" y="3215819"/>
              <a:ext cx="106189" cy="1929089"/>
            </a:xfrm>
            <a:custGeom>
              <a:avLst/>
              <a:gdLst>
                <a:gd name="connsiteX0" fmla="*/ 0 w 106189"/>
                <a:gd name="connsiteY0" fmla="*/ 0 h 1929089"/>
                <a:gd name="connsiteX1" fmla="*/ 70793 w 106189"/>
                <a:gd name="connsiteY1" fmla="*/ 513244 h 1929089"/>
                <a:gd name="connsiteX2" fmla="*/ 82591 w 106189"/>
                <a:gd name="connsiteY2" fmla="*/ 766916 h 1929089"/>
                <a:gd name="connsiteX3" fmla="*/ 41296 w 106189"/>
                <a:gd name="connsiteY3" fmla="*/ 920299 h 1929089"/>
                <a:gd name="connsiteX4" fmla="*/ 64893 w 106189"/>
                <a:gd name="connsiteY4" fmla="*/ 991091 h 1929089"/>
                <a:gd name="connsiteX5" fmla="*/ 64893 w 106189"/>
                <a:gd name="connsiteY5" fmla="*/ 991091 h 1929089"/>
                <a:gd name="connsiteX6" fmla="*/ 17698 w 106189"/>
                <a:gd name="connsiteY6" fmla="*/ 1103179 h 1929089"/>
                <a:gd name="connsiteX7" fmla="*/ 47195 w 106189"/>
                <a:gd name="connsiteY7" fmla="*/ 1232965 h 1929089"/>
                <a:gd name="connsiteX8" fmla="*/ 53095 w 106189"/>
                <a:gd name="connsiteY8" fmla="*/ 1433543 h 1929089"/>
                <a:gd name="connsiteX9" fmla="*/ 82591 w 106189"/>
                <a:gd name="connsiteY9" fmla="*/ 1746209 h 1929089"/>
                <a:gd name="connsiteX10" fmla="*/ 106189 w 106189"/>
                <a:gd name="connsiteY10" fmla="*/ 1929089 h 1929089"/>
                <a:gd name="connsiteX0" fmla="*/ 0 w 106189"/>
                <a:gd name="connsiteY0" fmla="*/ 0 h 1929089"/>
                <a:gd name="connsiteX1" fmla="*/ 70793 w 106189"/>
                <a:gd name="connsiteY1" fmla="*/ 513244 h 1929089"/>
                <a:gd name="connsiteX2" fmla="*/ 82591 w 106189"/>
                <a:gd name="connsiteY2" fmla="*/ 766916 h 1929089"/>
                <a:gd name="connsiteX3" fmla="*/ 41296 w 106189"/>
                <a:gd name="connsiteY3" fmla="*/ 920299 h 1929089"/>
                <a:gd name="connsiteX4" fmla="*/ 64893 w 106189"/>
                <a:gd name="connsiteY4" fmla="*/ 991091 h 1929089"/>
                <a:gd name="connsiteX5" fmla="*/ 64893 w 106189"/>
                <a:gd name="connsiteY5" fmla="*/ 991091 h 1929089"/>
                <a:gd name="connsiteX6" fmla="*/ 17698 w 106189"/>
                <a:gd name="connsiteY6" fmla="*/ 1103179 h 1929089"/>
                <a:gd name="connsiteX7" fmla="*/ 47195 w 106189"/>
                <a:gd name="connsiteY7" fmla="*/ 1232965 h 1929089"/>
                <a:gd name="connsiteX8" fmla="*/ 53095 w 106189"/>
                <a:gd name="connsiteY8" fmla="*/ 1433543 h 1929089"/>
                <a:gd name="connsiteX9" fmla="*/ 82591 w 106189"/>
                <a:gd name="connsiteY9" fmla="*/ 1746209 h 1929089"/>
                <a:gd name="connsiteX10" fmla="*/ 106189 w 106189"/>
                <a:gd name="connsiteY10" fmla="*/ 1929089 h 1929089"/>
                <a:gd name="connsiteX0" fmla="*/ 0 w 106189"/>
                <a:gd name="connsiteY0" fmla="*/ 0 h 1929089"/>
                <a:gd name="connsiteX1" fmla="*/ 70793 w 106189"/>
                <a:gd name="connsiteY1" fmla="*/ 513244 h 1929089"/>
                <a:gd name="connsiteX2" fmla="*/ 82591 w 106189"/>
                <a:gd name="connsiteY2" fmla="*/ 766916 h 1929089"/>
                <a:gd name="connsiteX3" fmla="*/ 41296 w 106189"/>
                <a:gd name="connsiteY3" fmla="*/ 920299 h 1929089"/>
                <a:gd name="connsiteX4" fmla="*/ 64893 w 106189"/>
                <a:gd name="connsiteY4" fmla="*/ 991091 h 1929089"/>
                <a:gd name="connsiteX5" fmla="*/ 64893 w 106189"/>
                <a:gd name="connsiteY5" fmla="*/ 991091 h 1929089"/>
                <a:gd name="connsiteX6" fmla="*/ 17698 w 106189"/>
                <a:gd name="connsiteY6" fmla="*/ 1103179 h 1929089"/>
                <a:gd name="connsiteX7" fmla="*/ 47195 w 106189"/>
                <a:gd name="connsiteY7" fmla="*/ 1232965 h 1929089"/>
                <a:gd name="connsiteX8" fmla="*/ 53095 w 106189"/>
                <a:gd name="connsiteY8" fmla="*/ 1433543 h 1929089"/>
                <a:gd name="connsiteX9" fmla="*/ 82591 w 106189"/>
                <a:gd name="connsiteY9" fmla="*/ 1746209 h 1929089"/>
                <a:gd name="connsiteX10" fmla="*/ 106189 w 106189"/>
                <a:gd name="connsiteY10" fmla="*/ 1929089 h 1929089"/>
                <a:gd name="connsiteX0" fmla="*/ 0 w 106189"/>
                <a:gd name="connsiteY0" fmla="*/ 0 h 1929089"/>
                <a:gd name="connsiteX1" fmla="*/ 70793 w 106189"/>
                <a:gd name="connsiteY1" fmla="*/ 513244 h 1929089"/>
                <a:gd name="connsiteX2" fmla="*/ 82591 w 106189"/>
                <a:gd name="connsiteY2" fmla="*/ 766916 h 1929089"/>
                <a:gd name="connsiteX3" fmla="*/ 41296 w 106189"/>
                <a:gd name="connsiteY3" fmla="*/ 920299 h 1929089"/>
                <a:gd name="connsiteX4" fmla="*/ 64893 w 106189"/>
                <a:gd name="connsiteY4" fmla="*/ 991091 h 1929089"/>
                <a:gd name="connsiteX5" fmla="*/ 64893 w 106189"/>
                <a:gd name="connsiteY5" fmla="*/ 991091 h 1929089"/>
                <a:gd name="connsiteX6" fmla="*/ 17698 w 106189"/>
                <a:gd name="connsiteY6" fmla="*/ 1103179 h 1929089"/>
                <a:gd name="connsiteX7" fmla="*/ 47195 w 106189"/>
                <a:gd name="connsiteY7" fmla="*/ 1232965 h 1929089"/>
                <a:gd name="connsiteX8" fmla="*/ 53095 w 106189"/>
                <a:gd name="connsiteY8" fmla="*/ 1433543 h 1929089"/>
                <a:gd name="connsiteX9" fmla="*/ 82591 w 106189"/>
                <a:gd name="connsiteY9" fmla="*/ 1746209 h 1929089"/>
                <a:gd name="connsiteX10" fmla="*/ 106189 w 106189"/>
                <a:gd name="connsiteY10" fmla="*/ 1929089 h 1929089"/>
                <a:gd name="connsiteX0" fmla="*/ 0 w 106189"/>
                <a:gd name="connsiteY0" fmla="*/ 0 h 1929089"/>
                <a:gd name="connsiteX1" fmla="*/ 70793 w 106189"/>
                <a:gd name="connsiteY1" fmla="*/ 513244 h 1929089"/>
                <a:gd name="connsiteX2" fmla="*/ 82591 w 106189"/>
                <a:gd name="connsiteY2" fmla="*/ 766916 h 1929089"/>
                <a:gd name="connsiteX3" fmla="*/ 41296 w 106189"/>
                <a:gd name="connsiteY3" fmla="*/ 920299 h 1929089"/>
                <a:gd name="connsiteX4" fmla="*/ 64893 w 106189"/>
                <a:gd name="connsiteY4" fmla="*/ 991091 h 1929089"/>
                <a:gd name="connsiteX5" fmla="*/ 64893 w 106189"/>
                <a:gd name="connsiteY5" fmla="*/ 991091 h 1929089"/>
                <a:gd name="connsiteX6" fmla="*/ 17698 w 106189"/>
                <a:gd name="connsiteY6" fmla="*/ 1103179 h 1929089"/>
                <a:gd name="connsiteX7" fmla="*/ 47195 w 106189"/>
                <a:gd name="connsiteY7" fmla="*/ 1232965 h 1929089"/>
                <a:gd name="connsiteX8" fmla="*/ 53095 w 106189"/>
                <a:gd name="connsiteY8" fmla="*/ 1433543 h 1929089"/>
                <a:gd name="connsiteX9" fmla="*/ 82591 w 106189"/>
                <a:gd name="connsiteY9" fmla="*/ 1746209 h 1929089"/>
                <a:gd name="connsiteX10" fmla="*/ 106189 w 106189"/>
                <a:gd name="connsiteY10" fmla="*/ 1929089 h 1929089"/>
                <a:gd name="connsiteX0" fmla="*/ 0 w 106189"/>
                <a:gd name="connsiteY0" fmla="*/ 0 h 1929089"/>
                <a:gd name="connsiteX1" fmla="*/ 70793 w 106189"/>
                <a:gd name="connsiteY1" fmla="*/ 513244 h 1929089"/>
                <a:gd name="connsiteX2" fmla="*/ 82591 w 106189"/>
                <a:gd name="connsiteY2" fmla="*/ 766916 h 1929089"/>
                <a:gd name="connsiteX3" fmla="*/ 41296 w 106189"/>
                <a:gd name="connsiteY3" fmla="*/ 920299 h 1929089"/>
                <a:gd name="connsiteX4" fmla="*/ 64893 w 106189"/>
                <a:gd name="connsiteY4" fmla="*/ 991091 h 1929089"/>
                <a:gd name="connsiteX5" fmla="*/ 64893 w 106189"/>
                <a:gd name="connsiteY5" fmla="*/ 991091 h 1929089"/>
                <a:gd name="connsiteX6" fmla="*/ 17698 w 106189"/>
                <a:gd name="connsiteY6" fmla="*/ 1103179 h 1929089"/>
                <a:gd name="connsiteX7" fmla="*/ 47195 w 106189"/>
                <a:gd name="connsiteY7" fmla="*/ 1232965 h 1929089"/>
                <a:gd name="connsiteX8" fmla="*/ 53095 w 106189"/>
                <a:gd name="connsiteY8" fmla="*/ 1433543 h 1929089"/>
                <a:gd name="connsiteX9" fmla="*/ 82591 w 106189"/>
                <a:gd name="connsiteY9" fmla="*/ 1746209 h 1929089"/>
                <a:gd name="connsiteX10" fmla="*/ 106189 w 106189"/>
                <a:gd name="connsiteY10" fmla="*/ 1929089 h 1929089"/>
                <a:gd name="connsiteX0" fmla="*/ 0 w 106189"/>
                <a:gd name="connsiteY0" fmla="*/ 0 h 1929089"/>
                <a:gd name="connsiteX1" fmla="*/ 70793 w 106189"/>
                <a:gd name="connsiteY1" fmla="*/ 513244 h 1929089"/>
                <a:gd name="connsiteX2" fmla="*/ 82591 w 106189"/>
                <a:gd name="connsiteY2" fmla="*/ 766916 h 1929089"/>
                <a:gd name="connsiteX3" fmla="*/ 41296 w 106189"/>
                <a:gd name="connsiteY3" fmla="*/ 920299 h 1929089"/>
                <a:gd name="connsiteX4" fmla="*/ 64893 w 106189"/>
                <a:gd name="connsiteY4" fmla="*/ 991091 h 1929089"/>
                <a:gd name="connsiteX5" fmla="*/ 64893 w 106189"/>
                <a:gd name="connsiteY5" fmla="*/ 991091 h 1929089"/>
                <a:gd name="connsiteX6" fmla="*/ 17698 w 106189"/>
                <a:gd name="connsiteY6" fmla="*/ 1103179 h 1929089"/>
                <a:gd name="connsiteX7" fmla="*/ 47195 w 106189"/>
                <a:gd name="connsiteY7" fmla="*/ 1232965 h 1929089"/>
                <a:gd name="connsiteX8" fmla="*/ 53095 w 106189"/>
                <a:gd name="connsiteY8" fmla="*/ 1433543 h 1929089"/>
                <a:gd name="connsiteX9" fmla="*/ 82591 w 106189"/>
                <a:gd name="connsiteY9" fmla="*/ 1746209 h 1929089"/>
                <a:gd name="connsiteX10" fmla="*/ 106189 w 106189"/>
                <a:gd name="connsiteY10" fmla="*/ 1929089 h 1929089"/>
                <a:gd name="connsiteX0" fmla="*/ 0 w 106189"/>
                <a:gd name="connsiteY0" fmla="*/ 0 h 1929089"/>
                <a:gd name="connsiteX1" fmla="*/ 70793 w 106189"/>
                <a:gd name="connsiteY1" fmla="*/ 513244 h 1929089"/>
                <a:gd name="connsiteX2" fmla="*/ 82591 w 106189"/>
                <a:gd name="connsiteY2" fmla="*/ 766916 h 1929089"/>
                <a:gd name="connsiteX3" fmla="*/ 41296 w 106189"/>
                <a:gd name="connsiteY3" fmla="*/ 920299 h 1929089"/>
                <a:gd name="connsiteX4" fmla="*/ 64893 w 106189"/>
                <a:gd name="connsiteY4" fmla="*/ 991091 h 1929089"/>
                <a:gd name="connsiteX5" fmla="*/ 64893 w 106189"/>
                <a:gd name="connsiteY5" fmla="*/ 991091 h 1929089"/>
                <a:gd name="connsiteX6" fmla="*/ 17698 w 106189"/>
                <a:gd name="connsiteY6" fmla="*/ 1103179 h 1929089"/>
                <a:gd name="connsiteX7" fmla="*/ 47195 w 106189"/>
                <a:gd name="connsiteY7" fmla="*/ 1232965 h 1929089"/>
                <a:gd name="connsiteX8" fmla="*/ 53095 w 106189"/>
                <a:gd name="connsiteY8" fmla="*/ 1433543 h 1929089"/>
                <a:gd name="connsiteX9" fmla="*/ 82591 w 106189"/>
                <a:gd name="connsiteY9" fmla="*/ 1746209 h 1929089"/>
                <a:gd name="connsiteX10" fmla="*/ 106189 w 106189"/>
                <a:gd name="connsiteY10" fmla="*/ 1929089 h 1929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6189" h="1929089">
                  <a:moveTo>
                    <a:pt x="0" y="0"/>
                  </a:moveTo>
                  <a:cubicBezTo>
                    <a:pt x="23598" y="171081"/>
                    <a:pt x="57028" y="385425"/>
                    <a:pt x="70793" y="513244"/>
                  </a:cubicBezTo>
                  <a:cubicBezTo>
                    <a:pt x="84558" y="641063"/>
                    <a:pt x="87507" y="699074"/>
                    <a:pt x="82591" y="766916"/>
                  </a:cubicBezTo>
                  <a:cubicBezTo>
                    <a:pt x="77675" y="834759"/>
                    <a:pt x="44246" y="882937"/>
                    <a:pt x="41296" y="920299"/>
                  </a:cubicBezTo>
                  <a:cubicBezTo>
                    <a:pt x="38346" y="957662"/>
                    <a:pt x="60960" y="979292"/>
                    <a:pt x="64893" y="991091"/>
                  </a:cubicBezTo>
                  <a:lnTo>
                    <a:pt x="64893" y="991091"/>
                  </a:lnTo>
                  <a:cubicBezTo>
                    <a:pt x="57027" y="1009772"/>
                    <a:pt x="7866" y="1059917"/>
                    <a:pt x="17698" y="1103179"/>
                  </a:cubicBezTo>
                  <a:lnTo>
                    <a:pt x="47195" y="1232965"/>
                  </a:lnTo>
                  <a:cubicBezTo>
                    <a:pt x="53094" y="1288026"/>
                    <a:pt x="43263" y="1329321"/>
                    <a:pt x="53095" y="1433543"/>
                  </a:cubicBezTo>
                  <a:lnTo>
                    <a:pt x="82591" y="1746209"/>
                  </a:lnTo>
                  <a:cubicBezTo>
                    <a:pt x="92423" y="1850431"/>
                    <a:pt x="98323" y="1868129"/>
                    <a:pt x="106189" y="1929089"/>
                  </a:cubicBezTo>
                </a:path>
              </a:pathLst>
            </a:custGeom>
            <a:noFill/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ES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5F59B6EE-DB50-DAC2-9ED2-76E828E9446D}"/>
                </a:ext>
              </a:extLst>
            </p:cNvPr>
            <p:cNvSpPr/>
            <p:nvPr/>
          </p:nvSpPr>
          <p:spPr>
            <a:xfrm>
              <a:off x="936625" y="3235340"/>
              <a:ext cx="177810" cy="1892300"/>
            </a:xfrm>
            <a:custGeom>
              <a:avLst/>
              <a:gdLst>
                <a:gd name="connsiteX0" fmla="*/ 0 w 177800"/>
                <a:gd name="connsiteY0" fmla="*/ 0 h 1892300"/>
                <a:gd name="connsiteX1" fmla="*/ 44450 w 177800"/>
                <a:gd name="connsiteY1" fmla="*/ 339725 h 1892300"/>
                <a:gd name="connsiteX2" fmla="*/ 92075 w 177800"/>
                <a:gd name="connsiteY2" fmla="*/ 698500 h 1892300"/>
                <a:gd name="connsiteX3" fmla="*/ 155575 w 177800"/>
                <a:gd name="connsiteY3" fmla="*/ 828675 h 1892300"/>
                <a:gd name="connsiteX4" fmla="*/ 177800 w 177800"/>
                <a:gd name="connsiteY4" fmla="*/ 879475 h 1892300"/>
                <a:gd name="connsiteX5" fmla="*/ 158750 w 177800"/>
                <a:gd name="connsiteY5" fmla="*/ 962025 h 1892300"/>
                <a:gd name="connsiteX6" fmla="*/ 177800 w 177800"/>
                <a:gd name="connsiteY6" fmla="*/ 1016000 h 1892300"/>
                <a:gd name="connsiteX7" fmla="*/ 114300 w 177800"/>
                <a:gd name="connsiteY7" fmla="*/ 1152525 h 1892300"/>
                <a:gd name="connsiteX8" fmla="*/ 120650 w 177800"/>
                <a:gd name="connsiteY8" fmla="*/ 1403350 h 1892300"/>
                <a:gd name="connsiteX9" fmla="*/ 101600 w 177800"/>
                <a:gd name="connsiteY9" fmla="*/ 1736725 h 1892300"/>
                <a:gd name="connsiteX10" fmla="*/ 111125 w 177800"/>
                <a:gd name="connsiteY10" fmla="*/ 1892300 h 1892300"/>
                <a:gd name="connsiteX0" fmla="*/ 0 w 177810"/>
                <a:gd name="connsiteY0" fmla="*/ 0 h 1892300"/>
                <a:gd name="connsiteX1" fmla="*/ 44450 w 177810"/>
                <a:gd name="connsiteY1" fmla="*/ 339725 h 1892300"/>
                <a:gd name="connsiteX2" fmla="*/ 92075 w 177810"/>
                <a:gd name="connsiteY2" fmla="*/ 698500 h 1892300"/>
                <a:gd name="connsiteX3" fmla="*/ 155575 w 177810"/>
                <a:gd name="connsiteY3" fmla="*/ 828675 h 1892300"/>
                <a:gd name="connsiteX4" fmla="*/ 177800 w 177810"/>
                <a:gd name="connsiteY4" fmla="*/ 879475 h 1892300"/>
                <a:gd name="connsiteX5" fmla="*/ 158750 w 177810"/>
                <a:gd name="connsiteY5" fmla="*/ 962025 h 1892300"/>
                <a:gd name="connsiteX6" fmla="*/ 177800 w 177810"/>
                <a:gd name="connsiteY6" fmla="*/ 1016000 h 1892300"/>
                <a:gd name="connsiteX7" fmla="*/ 114300 w 177810"/>
                <a:gd name="connsiteY7" fmla="*/ 1152525 h 1892300"/>
                <a:gd name="connsiteX8" fmla="*/ 120650 w 177810"/>
                <a:gd name="connsiteY8" fmla="*/ 1403350 h 1892300"/>
                <a:gd name="connsiteX9" fmla="*/ 101600 w 177810"/>
                <a:gd name="connsiteY9" fmla="*/ 1736725 h 1892300"/>
                <a:gd name="connsiteX10" fmla="*/ 111125 w 177810"/>
                <a:gd name="connsiteY10" fmla="*/ 1892300 h 1892300"/>
                <a:gd name="connsiteX0" fmla="*/ 0 w 177810"/>
                <a:gd name="connsiteY0" fmla="*/ 0 h 1892300"/>
                <a:gd name="connsiteX1" fmla="*/ 44450 w 177810"/>
                <a:gd name="connsiteY1" fmla="*/ 339725 h 1892300"/>
                <a:gd name="connsiteX2" fmla="*/ 92075 w 177810"/>
                <a:gd name="connsiteY2" fmla="*/ 698500 h 1892300"/>
                <a:gd name="connsiteX3" fmla="*/ 155575 w 177810"/>
                <a:gd name="connsiteY3" fmla="*/ 828675 h 1892300"/>
                <a:gd name="connsiteX4" fmla="*/ 177800 w 177810"/>
                <a:gd name="connsiteY4" fmla="*/ 879475 h 1892300"/>
                <a:gd name="connsiteX5" fmla="*/ 158750 w 177810"/>
                <a:gd name="connsiteY5" fmla="*/ 962025 h 1892300"/>
                <a:gd name="connsiteX6" fmla="*/ 177800 w 177810"/>
                <a:gd name="connsiteY6" fmla="*/ 1016000 h 1892300"/>
                <a:gd name="connsiteX7" fmla="*/ 114300 w 177810"/>
                <a:gd name="connsiteY7" fmla="*/ 1152525 h 1892300"/>
                <a:gd name="connsiteX8" fmla="*/ 120650 w 177810"/>
                <a:gd name="connsiteY8" fmla="*/ 1403350 h 1892300"/>
                <a:gd name="connsiteX9" fmla="*/ 101600 w 177810"/>
                <a:gd name="connsiteY9" fmla="*/ 1736725 h 1892300"/>
                <a:gd name="connsiteX10" fmla="*/ 111125 w 177810"/>
                <a:gd name="connsiteY10" fmla="*/ 1892300 h 1892300"/>
                <a:gd name="connsiteX0" fmla="*/ 0 w 177810"/>
                <a:gd name="connsiteY0" fmla="*/ 0 h 1892300"/>
                <a:gd name="connsiteX1" fmla="*/ 44450 w 177810"/>
                <a:gd name="connsiteY1" fmla="*/ 339725 h 1892300"/>
                <a:gd name="connsiteX2" fmla="*/ 92075 w 177810"/>
                <a:gd name="connsiteY2" fmla="*/ 698500 h 1892300"/>
                <a:gd name="connsiteX3" fmla="*/ 155575 w 177810"/>
                <a:gd name="connsiteY3" fmla="*/ 828675 h 1892300"/>
                <a:gd name="connsiteX4" fmla="*/ 177800 w 177810"/>
                <a:gd name="connsiteY4" fmla="*/ 879475 h 1892300"/>
                <a:gd name="connsiteX5" fmla="*/ 158750 w 177810"/>
                <a:gd name="connsiteY5" fmla="*/ 962025 h 1892300"/>
                <a:gd name="connsiteX6" fmla="*/ 177800 w 177810"/>
                <a:gd name="connsiteY6" fmla="*/ 1016000 h 1892300"/>
                <a:gd name="connsiteX7" fmla="*/ 114300 w 177810"/>
                <a:gd name="connsiteY7" fmla="*/ 1152525 h 1892300"/>
                <a:gd name="connsiteX8" fmla="*/ 120650 w 177810"/>
                <a:gd name="connsiteY8" fmla="*/ 1403350 h 1892300"/>
                <a:gd name="connsiteX9" fmla="*/ 101600 w 177810"/>
                <a:gd name="connsiteY9" fmla="*/ 1736725 h 1892300"/>
                <a:gd name="connsiteX10" fmla="*/ 111125 w 177810"/>
                <a:gd name="connsiteY10" fmla="*/ 1892300 h 1892300"/>
                <a:gd name="connsiteX0" fmla="*/ 0 w 178267"/>
                <a:gd name="connsiteY0" fmla="*/ 0 h 1892300"/>
                <a:gd name="connsiteX1" fmla="*/ 44450 w 178267"/>
                <a:gd name="connsiteY1" fmla="*/ 339725 h 1892300"/>
                <a:gd name="connsiteX2" fmla="*/ 92075 w 178267"/>
                <a:gd name="connsiteY2" fmla="*/ 698500 h 1892300"/>
                <a:gd name="connsiteX3" fmla="*/ 155575 w 178267"/>
                <a:gd name="connsiteY3" fmla="*/ 828675 h 1892300"/>
                <a:gd name="connsiteX4" fmla="*/ 177800 w 178267"/>
                <a:gd name="connsiteY4" fmla="*/ 879475 h 1892300"/>
                <a:gd name="connsiteX5" fmla="*/ 158750 w 178267"/>
                <a:gd name="connsiteY5" fmla="*/ 962025 h 1892300"/>
                <a:gd name="connsiteX6" fmla="*/ 177800 w 178267"/>
                <a:gd name="connsiteY6" fmla="*/ 1016000 h 1892300"/>
                <a:gd name="connsiteX7" fmla="*/ 114300 w 178267"/>
                <a:gd name="connsiteY7" fmla="*/ 1152525 h 1892300"/>
                <a:gd name="connsiteX8" fmla="*/ 120650 w 178267"/>
                <a:gd name="connsiteY8" fmla="*/ 1403350 h 1892300"/>
                <a:gd name="connsiteX9" fmla="*/ 101600 w 178267"/>
                <a:gd name="connsiteY9" fmla="*/ 1736725 h 1892300"/>
                <a:gd name="connsiteX10" fmla="*/ 111125 w 178267"/>
                <a:gd name="connsiteY10" fmla="*/ 1892300 h 1892300"/>
                <a:gd name="connsiteX0" fmla="*/ 0 w 177810"/>
                <a:gd name="connsiteY0" fmla="*/ 0 h 1892300"/>
                <a:gd name="connsiteX1" fmla="*/ 44450 w 177810"/>
                <a:gd name="connsiteY1" fmla="*/ 339725 h 1892300"/>
                <a:gd name="connsiteX2" fmla="*/ 92075 w 177810"/>
                <a:gd name="connsiteY2" fmla="*/ 698500 h 1892300"/>
                <a:gd name="connsiteX3" fmla="*/ 155575 w 177810"/>
                <a:gd name="connsiteY3" fmla="*/ 828675 h 1892300"/>
                <a:gd name="connsiteX4" fmla="*/ 177800 w 177810"/>
                <a:gd name="connsiteY4" fmla="*/ 879475 h 1892300"/>
                <a:gd name="connsiteX5" fmla="*/ 158750 w 177810"/>
                <a:gd name="connsiteY5" fmla="*/ 962025 h 1892300"/>
                <a:gd name="connsiteX6" fmla="*/ 177800 w 177810"/>
                <a:gd name="connsiteY6" fmla="*/ 1016000 h 1892300"/>
                <a:gd name="connsiteX7" fmla="*/ 114300 w 177810"/>
                <a:gd name="connsiteY7" fmla="*/ 1152525 h 1892300"/>
                <a:gd name="connsiteX8" fmla="*/ 120650 w 177810"/>
                <a:gd name="connsiteY8" fmla="*/ 1403350 h 1892300"/>
                <a:gd name="connsiteX9" fmla="*/ 101600 w 177810"/>
                <a:gd name="connsiteY9" fmla="*/ 1736725 h 1892300"/>
                <a:gd name="connsiteX10" fmla="*/ 111125 w 177810"/>
                <a:gd name="connsiteY10" fmla="*/ 1892300 h 1892300"/>
                <a:gd name="connsiteX0" fmla="*/ 0 w 177810"/>
                <a:gd name="connsiteY0" fmla="*/ 0 h 1892300"/>
                <a:gd name="connsiteX1" fmla="*/ 44450 w 177810"/>
                <a:gd name="connsiteY1" fmla="*/ 339725 h 1892300"/>
                <a:gd name="connsiteX2" fmla="*/ 92075 w 177810"/>
                <a:gd name="connsiteY2" fmla="*/ 698500 h 1892300"/>
                <a:gd name="connsiteX3" fmla="*/ 155575 w 177810"/>
                <a:gd name="connsiteY3" fmla="*/ 828675 h 1892300"/>
                <a:gd name="connsiteX4" fmla="*/ 177800 w 177810"/>
                <a:gd name="connsiteY4" fmla="*/ 879475 h 1892300"/>
                <a:gd name="connsiteX5" fmla="*/ 158750 w 177810"/>
                <a:gd name="connsiteY5" fmla="*/ 962025 h 1892300"/>
                <a:gd name="connsiteX6" fmla="*/ 177800 w 177810"/>
                <a:gd name="connsiteY6" fmla="*/ 1016000 h 1892300"/>
                <a:gd name="connsiteX7" fmla="*/ 114300 w 177810"/>
                <a:gd name="connsiteY7" fmla="*/ 1152525 h 1892300"/>
                <a:gd name="connsiteX8" fmla="*/ 120650 w 177810"/>
                <a:gd name="connsiteY8" fmla="*/ 1403350 h 1892300"/>
                <a:gd name="connsiteX9" fmla="*/ 101600 w 177810"/>
                <a:gd name="connsiteY9" fmla="*/ 1736725 h 1892300"/>
                <a:gd name="connsiteX10" fmla="*/ 111125 w 177810"/>
                <a:gd name="connsiteY10" fmla="*/ 1892300 h 1892300"/>
                <a:gd name="connsiteX0" fmla="*/ 0 w 177810"/>
                <a:gd name="connsiteY0" fmla="*/ 0 h 1892300"/>
                <a:gd name="connsiteX1" fmla="*/ 44450 w 177810"/>
                <a:gd name="connsiteY1" fmla="*/ 339725 h 1892300"/>
                <a:gd name="connsiteX2" fmla="*/ 92075 w 177810"/>
                <a:gd name="connsiteY2" fmla="*/ 698500 h 1892300"/>
                <a:gd name="connsiteX3" fmla="*/ 155575 w 177810"/>
                <a:gd name="connsiteY3" fmla="*/ 828675 h 1892300"/>
                <a:gd name="connsiteX4" fmla="*/ 177800 w 177810"/>
                <a:gd name="connsiteY4" fmla="*/ 879475 h 1892300"/>
                <a:gd name="connsiteX5" fmla="*/ 158750 w 177810"/>
                <a:gd name="connsiteY5" fmla="*/ 962025 h 1892300"/>
                <a:gd name="connsiteX6" fmla="*/ 177800 w 177810"/>
                <a:gd name="connsiteY6" fmla="*/ 1016000 h 1892300"/>
                <a:gd name="connsiteX7" fmla="*/ 114300 w 177810"/>
                <a:gd name="connsiteY7" fmla="*/ 1152525 h 1892300"/>
                <a:gd name="connsiteX8" fmla="*/ 120650 w 177810"/>
                <a:gd name="connsiteY8" fmla="*/ 1403350 h 1892300"/>
                <a:gd name="connsiteX9" fmla="*/ 101600 w 177810"/>
                <a:gd name="connsiteY9" fmla="*/ 1736725 h 1892300"/>
                <a:gd name="connsiteX10" fmla="*/ 111125 w 177810"/>
                <a:gd name="connsiteY10" fmla="*/ 1892300 h 1892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7810" h="1892300">
                  <a:moveTo>
                    <a:pt x="0" y="0"/>
                  </a:moveTo>
                  <a:lnTo>
                    <a:pt x="44450" y="339725"/>
                  </a:lnTo>
                  <a:cubicBezTo>
                    <a:pt x="59796" y="456142"/>
                    <a:pt x="73554" y="617008"/>
                    <a:pt x="92075" y="698500"/>
                  </a:cubicBezTo>
                  <a:cubicBezTo>
                    <a:pt x="110596" y="779992"/>
                    <a:pt x="141288" y="798513"/>
                    <a:pt x="155575" y="828675"/>
                  </a:cubicBezTo>
                  <a:cubicBezTo>
                    <a:pt x="169862" y="858837"/>
                    <a:pt x="177271" y="857250"/>
                    <a:pt x="177800" y="879475"/>
                  </a:cubicBezTo>
                  <a:cubicBezTo>
                    <a:pt x="178329" y="901700"/>
                    <a:pt x="158750" y="939271"/>
                    <a:pt x="158750" y="962025"/>
                  </a:cubicBezTo>
                  <a:lnTo>
                    <a:pt x="177800" y="1016000"/>
                  </a:lnTo>
                  <a:cubicBezTo>
                    <a:pt x="170392" y="1047750"/>
                    <a:pt x="112183" y="1068917"/>
                    <a:pt x="114300" y="1152525"/>
                  </a:cubicBezTo>
                  <a:lnTo>
                    <a:pt x="120650" y="1403350"/>
                  </a:lnTo>
                  <a:cubicBezTo>
                    <a:pt x="122767" y="1486958"/>
                    <a:pt x="103188" y="1655233"/>
                    <a:pt x="101600" y="1736725"/>
                  </a:cubicBezTo>
                  <a:cubicBezTo>
                    <a:pt x="100013" y="1818217"/>
                    <a:pt x="107950" y="1840442"/>
                    <a:pt x="111125" y="1892300"/>
                  </a:cubicBezTo>
                </a:path>
              </a:pathLst>
            </a:custGeom>
            <a:noFill/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ES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3312A0A6-0B33-91E3-FBAF-0A56B69FC8F3}"/>
                </a:ext>
              </a:extLst>
            </p:cNvPr>
            <p:cNvSpPr txBox="1"/>
            <p:nvPr/>
          </p:nvSpPr>
          <p:spPr>
            <a:xfrm>
              <a:off x="128398" y="4062169"/>
              <a:ext cx="976712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ES"/>
              </a:defPPr>
              <a:lvl1pPr>
                <a:defRPr sz="1200" b="1">
                  <a:solidFill>
                    <a:srgbClr val="C00000"/>
                  </a:solidFill>
                  <a:effectLst>
                    <a:glow rad="178202">
                      <a:schemeClr val="bg1">
                        <a:alpha val="40000"/>
                      </a:schemeClr>
                    </a:glow>
                  </a:effectLst>
                  <a:latin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pPr algn="ctr"/>
              <a:r>
                <a:rPr lang="es-ES" sz="1100" dirty="0">
                  <a:solidFill>
                    <a:srgbClr val="FFC000"/>
                  </a:solidFill>
                  <a:effectLst>
                    <a:glow rad="178202">
                      <a:schemeClr val="bg1"/>
                    </a:glow>
                  </a:effectLst>
                </a:rPr>
                <a:t>Sostén y movimiento del cuerpo</a:t>
              </a:r>
              <a:endParaRPr lang="en-ES" sz="1100" dirty="0">
                <a:solidFill>
                  <a:srgbClr val="FFC000"/>
                </a:solidFill>
                <a:effectLst>
                  <a:glow rad="178202">
                    <a:schemeClr val="bg1"/>
                  </a:glow>
                </a:effectLst>
              </a:endParaRPr>
            </a:p>
          </p:txBody>
        </p:sp>
      </p:grp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D6BD92DF-D4E8-323D-A001-E4B18B17248C}"/>
              </a:ext>
            </a:extLst>
          </p:cNvPr>
          <p:cNvGrpSpPr/>
          <p:nvPr/>
        </p:nvGrpSpPr>
        <p:grpSpPr>
          <a:xfrm>
            <a:off x="836023" y="929093"/>
            <a:ext cx="1742121" cy="1081150"/>
            <a:chOff x="836023" y="929093"/>
            <a:chExt cx="1742121" cy="1081150"/>
          </a:xfrm>
        </p:grpSpPr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453BFBAF-6643-EDB2-8C53-137E582F78C0}"/>
                </a:ext>
              </a:extLst>
            </p:cNvPr>
            <p:cNvSpPr/>
            <p:nvPr/>
          </p:nvSpPr>
          <p:spPr>
            <a:xfrm>
              <a:off x="836023" y="1265126"/>
              <a:ext cx="881815" cy="745117"/>
            </a:xfrm>
            <a:custGeom>
              <a:avLst/>
              <a:gdLst>
                <a:gd name="connsiteX0" fmla="*/ 0 w 881743"/>
                <a:gd name="connsiteY0" fmla="*/ 607422 h 731520"/>
                <a:gd name="connsiteX1" fmla="*/ 13063 w 881743"/>
                <a:gd name="connsiteY1" fmla="*/ 352697 h 731520"/>
                <a:gd name="connsiteX2" fmla="*/ 130628 w 881743"/>
                <a:gd name="connsiteY2" fmla="*/ 78377 h 731520"/>
                <a:gd name="connsiteX3" fmla="*/ 241663 w 881743"/>
                <a:gd name="connsiteY3" fmla="*/ 13062 h 731520"/>
                <a:gd name="connsiteX4" fmla="*/ 339634 w 881743"/>
                <a:gd name="connsiteY4" fmla="*/ 0 h 731520"/>
                <a:gd name="connsiteX5" fmla="*/ 391886 w 881743"/>
                <a:gd name="connsiteY5" fmla="*/ 52251 h 731520"/>
                <a:gd name="connsiteX6" fmla="*/ 476794 w 881743"/>
                <a:gd name="connsiteY6" fmla="*/ 45720 h 731520"/>
                <a:gd name="connsiteX7" fmla="*/ 522514 w 881743"/>
                <a:gd name="connsiteY7" fmla="*/ 6531 h 731520"/>
                <a:gd name="connsiteX8" fmla="*/ 613954 w 881743"/>
                <a:gd name="connsiteY8" fmla="*/ 6531 h 731520"/>
                <a:gd name="connsiteX9" fmla="*/ 803366 w 881743"/>
                <a:gd name="connsiteY9" fmla="*/ 228600 h 731520"/>
                <a:gd name="connsiteX10" fmla="*/ 862148 w 881743"/>
                <a:gd name="connsiteY10" fmla="*/ 398417 h 731520"/>
                <a:gd name="connsiteX11" fmla="*/ 881743 w 881743"/>
                <a:gd name="connsiteY11" fmla="*/ 555171 h 731520"/>
                <a:gd name="connsiteX12" fmla="*/ 868680 w 881743"/>
                <a:gd name="connsiteY12" fmla="*/ 692331 h 731520"/>
                <a:gd name="connsiteX13" fmla="*/ 868680 w 881743"/>
                <a:gd name="connsiteY13" fmla="*/ 731520 h 731520"/>
                <a:gd name="connsiteX0" fmla="*/ 0 w 881743"/>
                <a:gd name="connsiteY0" fmla="*/ 607422 h 731520"/>
                <a:gd name="connsiteX1" fmla="*/ 13063 w 881743"/>
                <a:gd name="connsiteY1" fmla="*/ 352697 h 731520"/>
                <a:gd name="connsiteX2" fmla="*/ 130628 w 881743"/>
                <a:gd name="connsiteY2" fmla="*/ 78377 h 731520"/>
                <a:gd name="connsiteX3" fmla="*/ 241663 w 881743"/>
                <a:gd name="connsiteY3" fmla="*/ 13062 h 731520"/>
                <a:gd name="connsiteX4" fmla="*/ 339634 w 881743"/>
                <a:gd name="connsiteY4" fmla="*/ 0 h 731520"/>
                <a:gd name="connsiteX5" fmla="*/ 391886 w 881743"/>
                <a:gd name="connsiteY5" fmla="*/ 52251 h 731520"/>
                <a:gd name="connsiteX6" fmla="*/ 476794 w 881743"/>
                <a:gd name="connsiteY6" fmla="*/ 45720 h 731520"/>
                <a:gd name="connsiteX7" fmla="*/ 522514 w 881743"/>
                <a:gd name="connsiteY7" fmla="*/ 6531 h 731520"/>
                <a:gd name="connsiteX8" fmla="*/ 613954 w 881743"/>
                <a:gd name="connsiteY8" fmla="*/ 6531 h 731520"/>
                <a:gd name="connsiteX9" fmla="*/ 803366 w 881743"/>
                <a:gd name="connsiteY9" fmla="*/ 228600 h 731520"/>
                <a:gd name="connsiteX10" fmla="*/ 862148 w 881743"/>
                <a:gd name="connsiteY10" fmla="*/ 398417 h 731520"/>
                <a:gd name="connsiteX11" fmla="*/ 881743 w 881743"/>
                <a:gd name="connsiteY11" fmla="*/ 555171 h 731520"/>
                <a:gd name="connsiteX12" fmla="*/ 868680 w 881743"/>
                <a:gd name="connsiteY12" fmla="*/ 692331 h 731520"/>
                <a:gd name="connsiteX13" fmla="*/ 868680 w 881743"/>
                <a:gd name="connsiteY13" fmla="*/ 731520 h 731520"/>
                <a:gd name="connsiteX0" fmla="*/ 0 w 881743"/>
                <a:gd name="connsiteY0" fmla="*/ 607422 h 731520"/>
                <a:gd name="connsiteX1" fmla="*/ 13063 w 881743"/>
                <a:gd name="connsiteY1" fmla="*/ 352697 h 731520"/>
                <a:gd name="connsiteX2" fmla="*/ 130628 w 881743"/>
                <a:gd name="connsiteY2" fmla="*/ 78377 h 731520"/>
                <a:gd name="connsiteX3" fmla="*/ 241663 w 881743"/>
                <a:gd name="connsiteY3" fmla="*/ 13062 h 731520"/>
                <a:gd name="connsiteX4" fmla="*/ 339634 w 881743"/>
                <a:gd name="connsiteY4" fmla="*/ 0 h 731520"/>
                <a:gd name="connsiteX5" fmla="*/ 391886 w 881743"/>
                <a:gd name="connsiteY5" fmla="*/ 52251 h 731520"/>
                <a:gd name="connsiteX6" fmla="*/ 476794 w 881743"/>
                <a:gd name="connsiteY6" fmla="*/ 45720 h 731520"/>
                <a:gd name="connsiteX7" fmla="*/ 522514 w 881743"/>
                <a:gd name="connsiteY7" fmla="*/ 6531 h 731520"/>
                <a:gd name="connsiteX8" fmla="*/ 613954 w 881743"/>
                <a:gd name="connsiteY8" fmla="*/ 6531 h 731520"/>
                <a:gd name="connsiteX9" fmla="*/ 803366 w 881743"/>
                <a:gd name="connsiteY9" fmla="*/ 228600 h 731520"/>
                <a:gd name="connsiteX10" fmla="*/ 862148 w 881743"/>
                <a:gd name="connsiteY10" fmla="*/ 398417 h 731520"/>
                <a:gd name="connsiteX11" fmla="*/ 881743 w 881743"/>
                <a:gd name="connsiteY11" fmla="*/ 555171 h 731520"/>
                <a:gd name="connsiteX12" fmla="*/ 868680 w 881743"/>
                <a:gd name="connsiteY12" fmla="*/ 692331 h 731520"/>
                <a:gd name="connsiteX13" fmla="*/ 868680 w 881743"/>
                <a:gd name="connsiteY13" fmla="*/ 731520 h 731520"/>
                <a:gd name="connsiteX0" fmla="*/ 0 w 881743"/>
                <a:gd name="connsiteY0" fmla="*/ 611916 h 736014"/>
                <a:gd name="connsiteX1" fmla="*/ 13063 w 881743"/>
                <a:gd name="connsiteY1" fmla="*/ 357191 h 736014"/>
                <a:gd name="connsiteX2" fmla="*/ 130628 w 881743"/>
                <a:gd name="connsiteY2" fmla="*/ 82871 h 736014"/>
                <a:gd name="connsiteX3" fmla="*/ 241663 w 881743"/>
                <a:gd name="connsiteY3" fmla="*/ 17556 h 736014"/>
                <a:gd name="connsiteX4" fmla="*/ 339634 w 881743"/>
                <a:gd name="connsiteY4" fmla="*/ 4494 h 736014"/>
                <a:gd name="connsiteX5" fmla="*/ 391886 w 881743"/>
                <a:gd name="connsiteY5" fmla="*/ 56745 h 736014"/>
                <a:gd name="connsiteX6" fmla="*/ 476794 w 881743"/>
                <a:gd name="connsiteY6" fmla="*/ 50214 h 736014"/>
                <a:gd name="connsiteX7" fmla="*/ 522514 w 881743"/>
                <a:gd name="connsiteY7" fmla="*/ 11025 h 736014"/>
                <a:gd name="connsiteX8" fmla="*/ 613954 w 881743"/>
                <a:gd name="connsiteY8" fmla="*/ 11025 h 736014"/>
                <a:gd name="connsiteX9" fmla="*/ 803366 w 881743"/>
                <a:gd name="connsiteY9" fmla="*/ 233094 h 736014"/>
                <a:gd name="connsiteX10" fmla="*/ 862148 w 881743"/>
                <a:gd name="connsiteY10" fmla="*/ 402911 h 736014"/>
                <a:gd name="connsiteX11" fmla="*/ 881743 w 881743"/>
                <a:gd name="connsiteY11" fmla="*/ 559665 h 736014"/>
                <a:gd name="connsiteX12" fmla="*/ 868680 w 881743"/>
                <a:gd name="connsiteY12" fmla="*/ 696825 h 736014"/>
                <a:gd name="connsiteX13" fmla="*/ 868680 w 881743"/>
                <a:gd name="connsiteY13" fmla="*/ 736014 h 736014"/>
                <a:gd name="connsiteX0" fmla="*/ 0 w 881743"/>
                <a:gd name="connsiteY0" fmla="*/ 614750 h 738848"/>
                <a:gd name="connsiteX1" fmla="*/ 13063 w 881743"/>
                <a:gd name="connsiteY1" fmla="*/ 360025 h 738848"/>
                <a:gd name="connsiteX2" fmla="*/ 130628 w 881743"/>
                <a:gd name="connsiteY2" fmla="*/ 85705 h 738848"/>
                <a:gd name="connsiteX3" fmla="*/ 241663 w 881743"/>
                <a:gd name="connsiteY3" fmla="*/ 20390 h 738848"/>
                <a:gd name="connsiteX4" fmla="*/ 339634 w 881743"/>
                <a:gd name="connsiteY4" fmla="*/ 7328 h 738848"/>
                <a:gd name="connsiteX5" fmla="*/ 391886 w 881743"/>
                <a:gd name="connsiteY5" fmla="*/ 59579 h 738848"/>
                <a:gd name="connsiteX6" fmla="*/ 476794 w 881743"/>
                <a:gd name="connsiteY6" fmla="*/ 53048 h 738848"/>
                <a:gd name="connsiteX7" fmla="*/ 522514 w 881743"/>
                <a:gd name="connsiteY7" fmla="*/ 13859 h 738848"/>
                <a:gd name="connsiteX8" fmla="*/ 613954 w 881743"/>
                <a:gd name="connsiteY8" fmla="*/ 13859 h 738848"/>
                <a:gd name="connsiteX9" fmla="*/ 803366 w 881743"/>
                <a:gd name="connsiteY9" fmla="*/ 235928 h 738848"/>
                <a:gd name="connsiteX10" fmla="*/ 862148 w 881743"/>
                <a:gd name="connsiteY10" fmla="*/ 405745 h 738848"/>
                <a:gd name="connsiteX11" fmla="*/ 881743 w 881743"/>
                <a:gd name="connsiteY11" fmla="*/ 562499 h 738848"/>
                <a:gd name="connsiteX12" fmla="*/ 868680 w 881743"/>
                <a:gd name="connsiteY12" fmla="*/ 699659 h 738848"/>
                <a:gd name="connsiteX13" fmla="*/ 868680 w 881743"/>
                <a:gd name="connsiteY13" fmla="*/ 738848 h 738848"/>
                <a:gd name="connsiteX0" fmla="*/ 0 w 881743"/>
                <a:gd name="connsiteY0" fmla="*/ 614750 h 738848"/>
                <a:gd name="connsiteX1" fmla="*/ 13063 w 881743"/>
                <a:gd name="connsiteY1" fmla="*/ 360025 h 738848"/>
                <a:gd name="connsiteX2" fmla="*/ 130628 w 881743"/>
                <a:gd name="connsiteY2" fmla="*/ 85705 h 738848"/>
                <a:gd name="connsiteX3" fmla="*/ 241663 w 881743"/>
                <a:gd name="connsiteY3" fmla="*/ 20390 h 738848"/>
                <a:gd name="connsiteX4" fmla="*/ 339634 w 881743"/>
                <a:gd name="connsiteY4" fmla="*/ 7328 h 738848"/>
                <a:gd name="connsiteX5" fmla="*/ 391886 w 881743"/>
                <a:gd name="connsiteY5" fmla="*/ 59579 h 738848"/>
                <a:gd name="connsiteX6" fmla="*/ 476794 w 881743"/>
                <a:gd name="connsiteY6" fmla="*/ 53048 h 738848"/>
                <a:gd name="connsiteX7" fmla="*/ 522514 w 881743"/>
                <a:gd name="connsiteY7" fmla="*/ 13859 h 738848"/>
                <a:gd name="connsiteX8" fmla="*/ 613954 w 881743"/>
                <a:gd name="connsiteY8" fmla="*/ 13859 h 738848"/>
                <a:gd name="connsiteX9" fmla="*/ 803366 w 881743"/>
                <a:gd name="connsiteY9" fmla="*/ 235928 h 738848"/>
                <a:gd name="connsiteX10" fmla="*/ 862148 w 881743"/>
                <a:gd name="connsiteY10" fmla="*/ 405745 h 738848"/>
                <a:gd name="connsiteX11" fmla="*/ 881743 w 881743"/>
                <a:gd name="connsiteY11" fmla="*/ 562499 h 738848"/>
                <a:gd name="connsiteX12" fmla="*/ 868680 w 881743"/>
                <a:gd name="connsiteY12" fmla="*/ 699659 h 738848"/>
                <a:gd name="connsiteX13" fmla="*/ 868680 w 881743"/>
                <a:gd name="connsiteY13" fmla="*/ 738848 h 738848"/>
                <a:gd name="connsiteX0" fmla="*/ 0 w 881743"/>
                <a:gd name="connsiteY0" fmla="*/ 614750 h 738848"/>
                <a:gd name="connsiteX1" fmla="*/ 13063 w 881743"/>
                <a:gd name="connsiteY1" fmla="*/ 360025 h 738848"/>
                <a:gd name="connsiteX2" fmla="*/ 130628 w 881743"/>
                <a:gd name="connsiteY2" fmla="*/ 85705 h 738848"/>
                <a:gd name="connsiteX3" fmla="*/ 241663 w 881743"/>
                <a:gd name="connsiteY3" fmla="*/ 20390 h 738848"/>
                <a:gd name="connsiteX4" fmla="*/ 339634 w 881743"/>
                <a:gd name="connsiteY4" fmla="*/ 7328 h 738848"/>
                <a:gd name="connsiteX5" fmla="*/ 391886 w 881743"/>
                <a:gd name="connsiteY5" fmla="*/ 59579 h 738848"/>
                <a:gd name="connsiteX6" fmla="*/ 476794 w 881743"/>
                <a:gd name="connsiteY6" fmla="*/ 53048 h 738848"/>
                <a:gd name="connsiteX7" fmla="*/ 522514 w 881743"/>
                <a:gd name="connsiteY7" fmla="*/ 13859 h 738848"/>
                <a:gd name="connsiteX8" fmla="*/ 613954 w 881743"/>
                <a:gd name="connsiteY8" fmla="*/ 13859 h 738848"/>
                <a:gd name="connsiteX9" fmla="*/ 803366 w 881743"/>
                <a:gd name="connsiteY9" fmla="*/ 235928 h 738848"/>
                <a:gd name="connsiteX10" fmla="*/ 862148 w 881743"/>
                <a:gd name="connsiteY10" fmla="*/ 405745 h 738848"/>
                <a:gd name="connsiteX11" fmla="*/ 881743 w 881743"/>
                <a:gd name="connsiteY11" fmla="*/ 562499 h 738848"/>
                <a:gd name="connsiteX12" fmla="*/ 868680 w 881743"/>
                <a:gd name="connsiteY12" fmla="*/ 699659 h 738848"/>
                <a:gd name="connsiteX13" fmla="*/ 868680 w 881743"/>
                <a:gd name="connsiteY13" fmla="*/ 738848 h 738848"/>
                <a:gd name="connsiteX0" fmla="*/ 0 w 881743"/>
                <a:gd name="connsiteY0" fmla="*/ 620643 h 744741"/>
                <a:gd name="connsiteX1" fmla="*/ 13063 w 881743"/>
                <a:gd name="connsiteY1" fmla="*/ 365918 h 744741"/>
                <a:gd name="connsiteX2" fmla="*/ 130628 w 881743"/>
                <a:gd name="connsiteY2" fmla="*/ 91598 h 744741"/>
                <a:gd name="connsiteX3" fmla="*/ 241663 w 881743"/>
                <a:gd name="connsiteY3" fmla="*/ 26283 h 744741"/>
                <a:gd name="connsiteX4" fmla="*/ 339634 w 881743"/>
                <a:gd name="connsiteY4" fmla="*/ 13221 h 744741"/>
                <a:gd name="connsiteX5" fmla="*/ 391886 w 881743"/>
                <a:gd name="connsiteY5" fmla="*/ 65472 h 744741"/>
                <a:gd name="connsiteX6" fmla="*/ 476794 w 881743"/>
                <a:gd name="connsiteY6" fmla="*/ 58941 h 744741"/>
                <a:gd name="connsiteX7" fmla="*/ 522514 w 881743"/>
                <a:gd name="connsiteY7" fmla="*/ 19752 h 744741"/>
                <a:gd name="connsiteX8" fmla="*/ 613954 w 881743"/>
                <a:gd name="connsiteY8" fmla="*/ 19752 h 744741"/>
                <a:gd name="connsiteX9" fmla="*/ 803366 w 881743"/>
                <a:gd name="connsiteY9" fmla="*/ 241821 h 744741"/>
                <a:gd name="connsiteX10" fmla="*/ 862148 w 881743"/>
                <a:gd name="connsiteY10" fmla="*/ 411638 h 744741"/>
                <a:gd name="connsiteX11" fmla="*/ 881743 w 881743"/>
                <a:gd name="connsiteY11" fmla="*/ 568392 h 744741"/>
                <a:gd name="connsiteX12" fmla="*/ 868680 w 881743"/>
                <a:gd name="connsiteY12" fmla="*/ 705552 h 744741"/>
                <a:gd name="connsiteX13" fmla="*/ 868680 w 881743"/>
                <a:gd name="connsiteY13" fmla="*/ 744741 h 744741"/>
                <a:gd name="connsiteX0" fmla="*/ 0 w 881743"/>
                <a:gd name="connsiteY0" fmla="*/ 635290 h 759388"/>
                <a:gd name="connsiteX1" fmla="*/ 13063 w 881743"/>
                <a:gd name="connsiteY1" fmla="*/ 380565 h 759388"/>
                <a:gd name="connsiteX2" fmla="*/ 130628 w 881743"/>
                <a:gd name="connsiteY2" fmla="*/ 106245 h 759388"/>
                <a:gd name="connsiteX3" fmla="*/ 241663 w 881743"/>
                <a:gd name="connsiteY3" fmla="*/ 40930 h 759388"/>
                <a:gd name="connsiteX4" fmla="*/ 339634 w 881743"/>
                <a:gd name="connsiteY4" fmla="*/ 27868 h 759388"/>
                <a:gd name="connsiteX5" fmla="*/ 391886 w 881743"/>
                <a:gd name="connsiteY5" fmla="*/ 80119 h 759388"/>
                <a:gd name="connsiteX6" fmla="*/ 476794 w 881743"/>
                <a:gd name="connsiteY6" fmla="*/ 73588 h 759388"/>
                <a:gd name="connsiteX7" fmla="*/ 522514 w 881743"/>
                <a:gd name="connsiteY7" fmla="*/ 34399 h 759388"/>
                <a:gd name="connsiteX8" fmla="*/ 613954 w 881743"/>
                <a:gd name="connsiteY8" fmla="*/ 34399 h 759388"/>
                <a:gd name="connsiteX9" fmla="*/ 803366 w 881743"/>
                <a:gd name="connsiteY9" fmla="*/ 256468 h 759388"/>
                <a:gd name="connsiteX10" fmla="*/ 862148 w 881743"/>
                <a:gd name="connsiteY10" fmla="*/ 426285 h 759388"/>
                <a:gd name="connsiteX11" fmla="*/ 881743 w 881743"/>
                <a:gd name="connsiteY11" fmla="*/ 583039 h 759388"/>
                <a:gd name="connsiteX12" fmla="*/ 868680 w 881743"/>
                <a:gd name="connsiteY12" fmla="*/ 720199 h 759388"/>
                <a:gd name="connsiteX13" fmla="*/ 868680 w 881743"/>
                <a:gd name="connsiteY13" fmla="*/ 759388 h 759388"/>
                <a:gd name="connsiteX0" fmla="*/ 0 w 881743"/>
                <a:gd name="connsiteY0" fmla="*/ 635290 h 759388"/>
                <a:gd name="connsiteX1" fmla="*/ 13063 w 881743"/>
                <a:gd name="connsiteY1" fmla="*/ 380565 h 759388"/>
                <a:gd name="connsiteX2" fmla="*/ 130628 w 881743"/>
                <a:gd name="connsiteY2" fmla="*/ 106245 h 759388"/>
                <a:gd name="connsiteX3" fmla="*/ 241663 w 881743"/>
                <a:gd name="connsiteY3" fmla="*/ 40930 h 759388"/>
                <a:gd name="connsiteX4" fmla="*/ 339634 w 881743"/>
                <a:gd name="connsiteY4" fmla="*/ 27868 h 759388"/>
                <a:gd name="connsiteX5" fmla="*/ 391886 w 881743"/>
                <a:gd name="connsiteY5" fmla="*/ 80119 h 759388"/>
                <a:gd name="connsiteX6" fmla="*/ 476794 w 881743"/>
                <a:gd name="connsiteY6" fmla="*/ 73588 h 759388"/>
                <a:gd name="connsiteX7" fmla="*/ 522514 w 881743"/>
                <a:gd name="connsiteY7" fmla="*/ 34399 h 759388"/>
                <a:gd name="connsiteX8" fmla="*/ 613954 w 881743"/>
                <a:gd name="connsiteY8" fmla="*/ 34399 h 759388"/>
                <a:gd name="connsiteX9" fmla="*/ 803366 w 881743"/>
                <a:gd name="connsiteY9" fmla="*/ 256468 h 759388"/>
                <a:gd name="connsiteX10" fmla="*/ 862148 w 881743"/>
                <a:gd name="connsiteY10" fmla="*/ 426285 h 759388"/>
                <a:gd name="connsiteX11" fmla="*/ 881743 w 881743"/>
                <a:gd name="connsiteY11" fmla="*/ 583039 h 759388"/>
                <a:gd name="connsiteX12" fmla="*/ 868680 w 881743"/>
                <a:gd name="connsiteY12" fmla="*/ 720199 h 759388"/>
                <a:gd name="connsiteX13" fmla="*/ 868680 w 881743"/>
                <a:gd name="connsiteY13" fmla="*/ 759388 h 759388"/>
                <a:gd name="connsiteX0" fmla="*/ 0 w 881743"/>
                <a:gd name="connsiteY0" fmla="*/ 621019 h 745117"/>
                <a:gd name="connsiteX1" fmla="*/ 13063 w 881743"/>
                <a:gd name="connsiteY1" fmla="*/ 366294 h 745117"/>
                <a:gd name="connsiteX2" fmla="*/ 130628 w 881743"/>
                <a:gd name="connsiteY2" fmla="*/ 91974 h 745117"/>
                <a:gd name="connsiteX3" fmla="*/ 241663 w 881743"/>
                <a:gd name="connsiteY3" fmla="*/ 26659 h 745117"/>
                <a:gd name="connsiteX4" fmla="*/ 339634 w 881743"/>
                <a:gd name="connsiteY4" fmla="*/ 13597 h 745117"/>
                <a:gd name="connsiteX5" fmla="*/ 391886 w 881743"/>
                <a:gd name="connsiteY5" fmla="*/ 65848 h 745117"/>
                <a:gd name="connsiteX6" fmla="*/ 476794 w 881743"/>
                <a:gd name="connsiteY6" fmla="*/ 59317 h 745117"/>
                <a:gd name="connsiteX7" fmla="*/ 522514 w 881743"/>
                <a:gd name="connsiteY7" fmla="*/ 20128 h 745117"/>
                <a:gd name="connsiteX8" fmla="*/ 613954 w 881743"/>
                <a:gd name="connsiteY8" fmla="*/ 20128 h 745117"/>
                <a:gd name="connsiteX9" fmla="*/ 803366 w 881743"/>
                <a:gd name="connsiteY9" fmla="*/ 242197 h 745117"/>
                <a:gd name="connsiteX10" fmla="*/ 862148 w 881743"/>
                <a:gd name="connsiteY10" fmla="*/ 412014 h 745117"/>
                <a:gd name="connsiteX11" fmla="*/ 881743 w 881743"/>
                <a:gd name="connsiteY11" fmla="*/ 568768 h 745117"/>
                <a:gd name="connsiteX12" fmla="*/ 868680 w 881743"/>
                <a:gd name="connsiteY12" fmla="*/ 705928 h 745117"/>
                <a:gd name="connsiteX13" fmla="*/ 868680 w 881743"/>
                <a:gd name="connsiteY13" fmla="*/ 745117 h 745117"/>
                <a:gd name="connsiteX0" fmla="*/ 0 w 881743"/>
                <a:gd name="connsiteY0" fmla="*/ 621019 h 745117"/>
                <a:gd name="connsiteX1" fmla="*/ 13063 w 881743"/>
                <a:gd name="connsiteY1" fmla="*/ 366294 h 745117"/>
                <a:gd name="connsiteX2" fmla="*/ 130628 w 881743"/>
                <a:gd name="connsiteY2" fmla="*/ 91974 h 745117"/>
                <a:gd name="connsiteX3" fmla="*/ 241663 w 881743"/>
                <a:gd name="connsiteY3" fmla="*/ 26659 h 745117"/>
                <a:gd name="connsiteX4" fmla="*/ 339634 w 881743"/>
                <a:gd name="connsiteY4" fmla="*/ 13597 h 745117"/>
                <a:gd name="connsiteX5" fmla="*/ 391886 w 881743"/>
                <a:gd name="connsiteY5" fmla="*/ 65848 h 745117"/>
                <a:gd name="connsiteX6" fmla="*/ 476794 w 881743"/>
                <a:gd name="connsiteY6" fmla="*/ 59317 h 745117"/>
                <a:gd name="connsiteX7" fmla="*/ 522514 w 881743"/>
                <a:gd name="connsiteY7" fmla="*/ 20128 h 745117"/>
                <a:gd name="connsiteX8" fmla="*/ 613954 w 881743"/>
                <a:gd name="connsiteY8" fmla="*/ 20128 h 745117"/>
                <a:gd name="connsiteX9" fmla="*/ 803366 w 881743"/>
                <a:gd name="connsiteY9" fmla="*/ 242197 h 745117"/>
                <a:gd name="connsiteX10" fmla="*/ 862148 w 881743"/>
                <a:gd name="connsiteY10" fmla="*/ 412014 h 745117"/>
                <a:gd name="connsiteX11" fmla="*/ 881743 w 881743"/>
                <a:gd name="connsiteY11" fmla="*/ 568768 h 745117"/>
                <a:gd name="connsiteX12" fmla="*/ 868680 w 881743"/>
                <a:gd name="connsiteY12" fmla="*/ 705928 h 745117"/>
                <a:gd name="connsiteX13" fmla="*/ 868680 w 881743"/>
                <a:gd name="connsiteY13" fmla="*/ 745117 h 745117"/>
                <a:gd name="connsiteX0" fmla="*/ 0 w 883200"/>
                <a:gd name="connsiteY0" fmla="*/ 621019 h 745117"/>
                <a:gd name="connsiteX1" fmla="*/ 13063 w 883200"/>
                <a:gd name="connsiteY1" fmla="*/ 366294 h 745117"/>
                <a:gd name="connsiteX2" fmla="*/ 130628 w 883200"/>
                <a:gd name="connsiteY2" fmla="*/ 91974 h 745117"/>
                <a:gd name="connsiteX3" fmla="*/ 241663 w 883200"/>
                <a:gd name="connsiteY3" fmla="*/ 26659 h 745117"/>
                <a:gd name="connsiteX4" fmla="*/ 339634 w 883200"/>
                <a:gd name="connsiteY4" fmla="*/ 13597 h 745117"/>
                <a:gd name="connsiteX5" fmla="*/ 391886 w 883200"/>
                <a:gd name="connsiteY5" fmla="*/ 65848 h 745117"/>
                <a:gd name="connsiteX6" fmla="*/ 476794 w 883200"/>
                <a:gd name="connsiteY6" fmla="*/ 59317 h 745117"/>
                <a:gd name="connsiteX7" fmla="*/ 522514 w 883200"/>
                <a:gd name="connsiteY7" fmla="*/ 20128 h 745117"/>
                <a:gd name="connsiteX8" fmla="*/ 613954 w 883200"/>
                <a:gd name="connsiteY8" fmla="*/ 20128 h 745117"/>
                <a:gd name="connsiteX9" fmla="*/ 803366 w 883200"/>
                <a:gd name="connsiteY9" fmla="*/ 242197 h 745117"/>
                <a:gd name="connsiteX10" fmla="*/ 862148 w 883200"/>
                <a:gd name="connsiteY10" fmla="*/ 412014 h 745117"/>
                <a:gd name="connsiteX11" fmla="*/ 881743 w 883200"/>
                <a:gd name="connsiteY11" fmla="*/ 568768 h 745117"/>
                <a:gd name="connsiteX12" fmla="*/ 868680 w 883200"/>
                <a:gd name="connsiteY12" fmla="*/ 705928 h 745117"/>
                <a:gd name="connsiteX13" fmla="*/ 868680 w 883200"/>
                <a:gd name="connsiteY13" fmla="*/ 745117 h 745117"/>
                <a:gd name="connsiteX0" fmla="*/ 0 w 881815"/>
                <a:gd name="connsiteY0" fmla="*/ 621019 h 745117"/>
                <a:gd name="connsiteX1" fmla="*/ 13063 w 881815"/>
                <a:gd name="connsiteY1" fmla="*/ 366294 h 745117"/>
                <a:gd name="connsiteX2" fmla="*/ 130628 w 881815"/>
                <a:gd name="connsiteY2" fmla="*/ 91974 h 745117"/>
                <a:gd name="connsiteX3" fmla="*/ 241663 w 881815"/>
                <a:gd name="connsiteY3" fmla="*/ 26659 h 745117"/>
                <a:gd name="connsiteX4" fmla="*/ 339634 w 881815"/>
                <a:gd name="connsiteY4" fmla="*/ 13597 h 745117"/>
                <a:gd name="connsiteX5" fmla="*/ 391886 w 881815"/>
                <a:gd name="connsiteY5" fmla="*/ 65848 h 745117"/>
                <a:gd name="connsiteX6" fmla="*/ 476794 w 881815"/>
                <a:gd name="connsiteY6" fmla="*/ 59317 h 745117"/>
                <a:gd name="connsiteX7" fmla="*/ 522514 w 881815"/>
                <a:gd name="connsiteY7" fmla="*/ 20128 h 745117"/>
                <a:gd name="connsiteX8" fmla="*/ 613954 w 881815"/>
                <a:gd name="connsiteY8" fmla="*/ 20128 h 745117"/>
                <a:gd name="connsiteX9" fmla="*/ 803366 w 881815"/>
                <a:gd name="connsiteY9" fmla="*/ 242197 h 745117"/>
                <a:gd name="connsiteX10" fmla="*/ 862148 w 881815"/>
                <a:gd name="connsiteY10" fmla="*/ 412014 h 745117"/>
                <a:gd name="connsiteX11" fmla="*/ 881743 w 881815"/>
                <a:gd name="connsiteY11" fmla="*/ 568768 h 745117"/>
                <a:gd name="connsiteX12" fmla="*/ 868680 w 881815"/>
                <a:gd name="connsiteY12" fmla="*/ 745117 h 7451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81815" h="745117">
                  <a:moveTo>
                    <a:pt x="0" y="621019"/>
                  </a:moveTo>
                  <a:cubicBezTo>
                    <a:pt x="4354" y="536111"/>
                    <a:pt x="-8708" y="454468"/>
                    <a:pt x="13063" y="366294"/>
                  </a:cubicBezTo>
                  <a:cubicBezTo>
                    <a:pt x="34834" y="278120"/>
                    <a:pt x="93616" y="113746"/>
                    <a:pt x="130628" y="91974"/>
                  </a:cubicBezTo>
                  <a:lnTo>
                    <a:pt x="241663" y="26659"/>
                  </a:lnTo>
                  <a:cubicBezTo>
                    <a:pt x="276497" y="13596"/>
                    <a:pt x="322217" y="-3820"/>
                    <a:pt x="339634" y="13597"/>
                  </a:cubicBezTo>
                  <a:lnTo>
                    <a:pt x="391886" y="65848"/>
                  </a:lnTo>
                  <a:cubicBezTo>
                    <a:pt x="414746" y="73468"/>
                    <a:pt x="461554" y="72380"/>
                    <a:pt x="476794" y="59317"/>
                  </a:cubicBezTo>
                  <a:lnTo>
                    <a:pt x="522514" y="20128"/>
                  </a:lnTo>
                  <a:cubicBezTo>
                    <a:pt x="545374" y="13596"/>
                    <a:pt x="547598" y="-21697"/>
                    <a:pt x="613954" y="20128"/>
                  </a:cubicBezTo>
                  <a:cubicBezTo>
                    <a:pt x="680310" y="61953"/>
                    <a:pt x="740229" y="168174"/>
                    <a:pt x="803366" y="242197"/>
                  </a:cubicBezTo>
                  <a:cubicBezTo>
                    <a:pt x="866503" y="316220"/>
                    <a:pt x="855616" y="359763"/>
                    <a:pt x="862148" y="412014"/>
                  </a:cubicBezTo>
                  <a:cubicBezTo>
                    <a:pt x="868680" y="464265"/>
                    <a:pt x="880654" y="513251"/>
                    <a:pt x="881743" y="568768"/>
                  </a:cubicBezTo>
                  <a:cubicBezTo>
                    <a:pt x="882832" y="624285"/>
                    <a:pt x="871401" y="708378"/>
                    <a:pt x="868680" y="745117"/>
                  </a:cubicBezTo>
                </a:path>
              </a:pathLst>
            </a:custGeom>
            <a:noFill/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ES"/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82B96194-1A0E-D3DC-76D6-95903879CBFC}"/>
                </a:ext>
              </a:extLst>
            </p:cNvPr>
            <p:cNvSpPr txBox="1"/>
            <p:nvPr/>
          </p:nvSpPr>
          <p:spPr>
            <a:xfrm>
              <a:off x="1521828" y="929093"/>
              <a:ext cx="1056316" cy="50783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ES"/>
              </a:defPPr>
              <a:lvl1pPr>
                <a:defRPr sz="1200" b="1">
                  <a:solidFill>
                    <a:srgbClr val="C00000"/>
                  </a:solidFill>
                  <a:effectLst>
                    <a:glow rad="178202">
                      <a:schemeClr val="bg1">
                        <a:alpha val="40000"/>
                      </a:schemeClr>
                    </a:glow>
                  </a:effectLst>
                  <a:latin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pPr algn="ctr"/>
              <a:r>
                <a:rPr lang="es-ES" sz="1100" dirty="0">
                  <a:solidFill>
                    <a:srgbClr val="FFC000"/>
                  </a:solidFill>
                  <a:effectLst>
                    <a:glow rad="145358">
                      <a:schemeClr val="bg1">
                        <a:alpha val="95052"/>
                      </a:schemeClr>
                    </a:glow>
                  </a:effectLst>
                </a:rPr>
                <a:t>Transporte de nutrientes y oxígeno</a:t>
              </a:r>
              <a:endParaRPr lang="en-ES" sz="1100" dirty="0">
                <a:solidFill>
                  <a:srgbClr val="FFC000"/>
                </a:solidFill>
                <a:effectLst>
                  <a:glow rad="145358">
                    <a:schemeClr val="bg1">
                      <a:alpha val="95052"/>
                    </a:schemeClr>
                  </a:glow>
                </a:effectLst>
              </a:endParaRPr>
            </a:p>
          </p:txBody>
        </p: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DE8C4324-7022-0E3A-0220-62FBDC5D1E0F}"/>
              </a:ext>
            </a:extLst>
          </p:cNvPr>
          <p:cNvSpPr txBox="1"/>
          <p:nvPr/>
        </p:nvSpPr>
        <p:spPr>
          <a:xfrm>
            <a:off x="3769164" y="2343269"/>
            <a:ext cx="1185831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ES"/>
            </a:defPPr>
            <a:lvl1pPr>
              <a:defRPr sz="1200" b="1">
                <a:solidFill>
                  <a:srgbClr val="C00000"/>
                </a:solidFill>
                <a:effectLst>
                  <a:glow rad="178202">
                    <a:schemeClr val="bg1">
                      <a:alpha val="40000"/>
                    </a:schemeClr>
                  </a:glow>
                </a:effectLst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ctr"/>
            <a:r>
              <a:rPr lang="es-ES" sz="1100" dirty="0">
                <a:solidFill>
                  <a:srgbClr val="FFC000"/>
                </a:solidFill>
                <a:effectLst>
                  <a:glow rad="147143">
                    <a:schemeClr val="bg1">
                      <a:alpha val="95969"/>
                    </a:schemeClr>
                  </a:glow>
                </a:effectLst>
              </a:rPr>
              <a:t>Flujos de energía y materia</a:t>
            </a:r>
            <a:endParaRPr lang="en-ES" sz="1100" dirty="0">
              <a:solidFill>
                <a:srgbClr val="FFC000"/>
              </a:solidFill>
              <a:effectLst>
                <a:glow rad="147143">
                  <a:schemeClr val="bg1">
                    <a:alpha val="95969"/>
                  </a:schemeClr>
                </a:glow>
              </a:effectLst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77D9F114-F56D-F74A-35DC-FAEF7C3208F6}"/>
              </a:ext>
            </a:extLst>
          </p:cNvPr>
          <p:cNvSpPr txBox="1"/>
          <p:nvPr/>
        </p:nvSpPr>
        <p:spPr>
          <a:xfrm>
            <a:off x="9306227" y="1373653"/>
            <a:ext cx="1185831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ES"/>
            </a:defPPr>
            <a:lvl1pPr>
              <a:defRPr sz="1200" b="1">
                <a:solidFill>
                  <a:srgbClr val="C00000"/>
                </a:solidFill>
                <a:effectLst>
                  <a:glow rad="178202">
                    <a:schemeClr val="bg1">
                      <a:alpha val="40000"/>
                    </a:schemeClr>
                  </a:glow>
                </a:effectLst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ctr"/>
            <a:r>
              <a:rPr lang="es-ES" sz="1100" dirty="0">
                <a:solidFill>
                  <a:srgbClr val="FFC000"/>
                </a:solidFill>
                <a:effectLst>
                  <a:glow rad="147143">
                    <a:schemeClr val="bg1">
                      <a:alpha val="95969"/>
                    </a:schemeClr>
                  </a:glow>
                </a:effectLst>
              </a:rPr>
              <a:t>Frutas y hortalizas</a:t>
            </a:r>
          </a:p>
          <a:p>
            <a:pPr algn="ctr"/>
            <a:r>
              <a:rPr lang="es-ES" sz="1100" dirty="0">
                <a:solidFill>
                  <a:srgbClr val="FFC000"/>
                </a:solidFill>
                <a:effectLst>
                  <a:glow rad="147143">
                    <a:schemeClr val="bg1">
                      <a:alpha val="95969"/>
                    </a:schemeClr>
                  </a:glow>
                </a:effectLst>
              </a:rPr>
              <a:t>Turismo</a:t>
            </a:r>
            <a:endParaRPr lang="en-ES" sz="1100" dirty="0">
              <a:solidFill>
                <a:srgbClr val="FFC000"/>
              </a:solidFill>
              <a:effectLst>
                <a:glow rad="147143">
                  <a:schemeClr val="bg1">
                    <a:alpha val="95969"/>
                  </a:schemeClr>
                </a:glow>
              </a:effectLst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70208BD7-8566-DC9A-EE7F-DCC44DF6E54F}"/>
              </a:ext>
            </a:extLst>
          </p:cNvPr>
          <p:cNvSpPr txBox="1"/>
          <p:nvPr/>
        </p:nvSpPr>
        <p:spPr>
          <a:xfrm>
            <a:off x="7513597" y="510500"/>
            <a:ext cx="1185831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ES"/>
            </a:defPPr>
            <a:lvl1pPr>
              <a:defRPr sz="1200" b="1">
                <a:solidFill>
                  <a:srgbClr val="C00000"/>
                </a:solidFill>
                <a:effectLst>
                  <a:glow rad="178202">
                    <a:schemeClr val="bg1">
                      <a:alpha val="40000"/>
                    </a:schemeClr>
                  </a:glow>
                </a:effectLst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ctr"/>
            <a:r>
              <a:rPr lang="es-ES" sz="1100" dirty="0">
                <a:solidFill>
                  <a:srgbClr val="FFC000"/>
                </a:solidFill>
                <a:effectLst>
                  <a:glow rad="147143">
                    <a:schemeClr val="bg1">
                      <a:alpha val="95969"/>
                    </a:schemeClr>
                  </a:glow>
                </a:effectLst>
              </a:rPr>
              <a:t>Industria naval</a:t>
            </a:r>
            <a:endParaRPr lang="en-ES" sz="1100" dirty="0">
              <a:solidFill>
                <a:srgbClr val="FFC000"/>
              </a:solidFill>
              <a:effectLst>
                <a:glow rad="147143">
                  <a:schemeClr val="bg1">
                    <a:alpha val="95969"/>
                  </a:schemeClr>
                </a:glow>
              </a:effectLst>
            </a:endParaRPr>
          </a:p>
        </p:txBody>
      </p:sp>
      <p:grpSp>
        <p:nvGrpSpPr>
          <p:cNvPr id="248" name="Group 247">
            <a:extLst>
              <a:ext uri="{FF2B5EF4-FFF2-40B4-BE49-F238E27FC236}">
                <a16:creationId xmlns:a16="http://schemas.microsoft.com/office/drawing/2014/main" id="{6EAE9714-3C3E-32A5-D7E6-3EF23BB393B7}"/>
              </a:ext>
            </a:extLst>
          </p:cNvPr>
          <p:cNvGrpSpPr/>
          <p:nvPr/>
        </p:nvGrpSpPr>
        <p:grpSpPr>
          <a:xfrm>
            <a:off x="743403" y="133776"/>
            <a:ext cx="2131040" cy="2462443"/>
            <a:chOff x="743403" y="133776"/>
            <a:chExt cx="2131040" cy="2462443"/>
          </a:xfrm>
        </p:grpSpPr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26779A3C-BC19-6591-C58D-500F5F581F34}"/>
                </a:ext>
              </a:extLst>
            </p:cNvPr>
            <p:cNvSpPr/>
            <p:nvPr/>
          </p:nvSpPr>
          <p:spPr>
            <a:xfrm rot="21263575">
              <a:off x="743403" y="548271"/>
              <a:ext cx="466941" cy="836579"/>
            </a:xfrm>
            <a:custGeom>
              <a:avLst/>
              <a:gdLst>
                <a:gd name="connsiteX0" fmla="*/ 466941 w 466941"/>
                <a:gd name="connsiteY0" fmla="*/ 0 h 836579"/>
                <a:gd name="connsiteX1" fmla="*/ 136201 w 466941"/>
                <a:gd name="connsiteY1" fmla="*/ 239949 h 836579"/>
                <a:gd name="connsiteX2" fmla="*/ 14 w 466941"/>
                <a:gd name="connsiteY2" fmla="*/ 557720 h 836579"/>
                <a:gd name="connsiteX3" fmla="*/ 142686 w 466941"/>
                <a:gd name="connsiteY3" fmla="*/ 836579 h 836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6941" h="836579">
                  <a:moveTo>
                    <a:pt x="466941" y="0"/>
                  </a:moveTo>
                  <a:cubicBezTo>
                    <a:pt x="340481" y="73498"/>
                    <a:pt x="214022" y="146996"/>
                    <a:pt x="136201" y="239949"/>
                  </a:cubicBezTo>
                  <a:cubicBezTo>
                    <a:pt x="58380" y="332902"/>
                    <a:pt x="-1067" y="458282"/>
                    <a:pt x="14" y="557720"/>
                  </a:cubicBezTo>
                  <a:cubicBezTo>
                    <a:pt x="1095" y="657158"/>
                    <a:pt x="71890" y="746868"/>
                    <a:pt x="142686" y="836579"/>
                  </a:cubicBezTo>
                </a:path>
              </a:pathLst>
            </a:custGeom>
            <a:noFill/>
            <a:ln w="34925">
              <a:solidFill>
                <a:srgbClr val="00B050"/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ES"/>
            </a:p>
          </p:txBody>
        </p:sp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id="{F1E1F8B0-D880-5884-AF71-CB60DC9C2632}"/>
                </a:ext>
              </a:extLst>
            </p:cNvPr>
            <p:cNvSpPr/>
            <p:nvPr/>
          </p:nvSpPr>
          <p:spPr>
            <a:xfrm>
              <a:off x="1316477" y="514500"/>
              <a:ext cx="376237" cy="2081719"/>
            </a:xfrm>
            <a:custGeom>
              <a:avLst/>
              <a:gdLst>
                <a:gd name="connsiteX0" fmla="*/ 0 w 376237"/>
                <a:gd name="connsiteY0" fmla="*/ 0 h 2081719"/>
                <a:gd name="connsiteX1" fmla="*/ 103761 w 376237"/>
                <a:gd name="connsiteY1" fmla="*/ 415047 h 2081719"/>
                <a:gd name="connsiteX2" fmla="*/ 369651 w 376237"/>
                <a:gd name="connsiteY2" fmla="*/ 1173804 h 2081719"/>
                <a:gd name="connsiteX3" fmla="*/ 278859 w 376237"/>
                <a:gd name="connsiteY3" fmla="*/ 1783404 h 2081719"/>
                <a:gd name="connsiteX4" fmla="*/ 97276 w 376237"/>
                <a:gd name="connsiteY4" fmla="*/ 2081719 h 2081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6237" h="2081719">
                  <a:moveTo>
                    <a:pt x="0" y="0"/>
                  </a:moveTo>
                  <a:cubicBezTo>
                    <a:pt x="21076" y="109706"/>
                    <a:pt x="42152" y="219413"/>
                    <a:pt x="103761" y="415047"/>
                  </a:cubicBezTo>
                  <a:cubicBezTo>
                    <a:pt x="165370" y="610681"/>
                    <a:pt x="340468" y="945745"/>
                    <a:pt x="369651" y="1173804"/>
                  </a:cubicBezTo>
                  <a:cubicBezTo>
                    <a:pt x="398834" y="1401863"/>
                    <a:pt x="324255" y="1632085"/>
                    <a:pt x="278859" y="1783404"/>
                  </a:cubicBezTo>
                  <a:cubicBezTo>
                    <a:pt x="233463" y="1934723"/>
                    <a:pt x="165369" y="2008221"/>
                    <a:pt x="97276" y="2081719"/>
                  </a:cubicBezTo>
                </a:path>
              </a:pathLst>
            </a:custGeom>
            <a:noFill/>
            <a:ln w="34925">
              <a:solidFill>
                <a:srgbClr val="00B050"/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ES"/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C6FB1277-D2E4-BEA0-A532-36EC645E4E12}"/>
                </a:ext>
              </a:extLst>
            </p:cNvPr>
            <p:cNvSpPr txBox="1"/>
            <p:nvPr/>
          </p:nvSpPr>
          <p:spPr>
            <a:xfrm>
              <a:off x="1628768" y="133776"/>
              <a:ext cx="1245675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ES"/>
              </a:defPPr>
              <a:lvl1pPr>
                <a:defRPr sz="1200" b="1">
                  <a:solidFill>
                    <a:srgbClr val="C00000"/>
                  </a:solidFill>
                  <a:effectLst>
                    <a:glow rad="178202">
                      <a:schemeClr val="bg1">
                        <a:alpha val="40000"/>
                      </a:schemeClr>
                    </a:glow>
                  </a:effectLst>
                  <a:latin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r>
                <a:rPr lang="es-ES" sz="1100" dirty="0">
                  <a:solidFill>
                    <a:srgbClr val="00B050"/>
                  </a:solidFill>
                  <a:effectLst>
                    <a:glow rad="93135">
                      <a:schemeClr val="bg1">
                        <a:alpha val="91347"/>
                      </a:schemeClr>
                    </a:glow>
                  </a:effectLst>
                </a:rPr>
                <a:t>Regulación del funcionamiento general</a:t>
              </a:r>
            </a:p>
          </p:txBody>
        </p:sp>
      </p:grpSp>
      <p:grpSp>
        <p:nvGrpSpPr>
          <p:cNvPr id="259" name="Group 258">
            <a:extLst>
              <a:ext uri="{FF2B5EF4-FFF2-40B4-BE49-F238E27FC236}">
                <a16:creationId xmlns:a16="http://schemas.microsoft.com/office/drawing/2014/main" id="{1C5E550F-85D2-D382-5B78-478E33299FA2}"/>
              </a:ext>
            </a:extLst>
          </p:cNvPr>
          <p:cNvGrpSpPr/>
          <p:nvPr/>
        </p:nvGrpSpPr>
        <p:grpSpPr>
          <a:xfrm>
            <a:off x="8530409" y="1918474"/>
            <a:ext cx="1813186" cy="1130197"/>
            <a:chOff x="8530409" y="1918474"/>
            <a:chExt cx="1813186" cy="1130197"/>
          </a:xfrm>
        </p:grpSpPr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C59B5193-399D-ABEA-0BCB-5D5BB9ECA0C4}"/>
                </a:ext>
              </a:extLst>
            </p:cNvPr>
            <p:cNvSpPr/>
            <p:nvPr/>
          </p:nvSpPr>
          <p:spPr>
            <a:xfrm>
              <a:off x="8750465" y="1918474"/>
              <a:ext cx="1593130" cy="1130197"/>
            </a:xfrm>
            <a:custGeom>
              <a:avLst/>
              <a:gdLst>
                <a:gd name="connsiteX0" fmla="*/ 0 w 1593130"/>
                <a:gd name="connsiteY0" fmla="*/ 0 h 1353632"/>
                <a:gd name="connsiteX1" fmla="*/ 197963 w 1593130"/>
                <a:gd name="connsiteY1" fmla="*/ 659877 h 1353632"/>
                <a:gd name="connsiteX2" fmla="*/ 989815 w 1593130"/>
                <a:gd name="connsiteY2" fmla="*/ 1272619 h 1353632"/>
                <a:gd name="connsiteX3" fmla="*/ 1593130 w 1593130"/>
                <a:gd name="connsiteY3" fmla="*/ 1329180 h 1353632"/>
                <a:gd name="connsiteX0" fmla="*/ 0 w 1593130"/>
                <a:gd name="connsiteY0" fmla="*/ 0 h 1340279"/>
                <a:gd name="connsiteX1" fmla="*/ 197963 w 1593130"/>
                <a:gd name="connsiteY1" fmla="*/ 659877 h 1340279"/>
                <a:gd name="connsiteX2" fmla="*/ 848413 w 1593130"/>
                <a:gd name="connsiteY2" fmla="*/ 1225485 h 1340279"/>
                <a:gd name="connsiteX3" fmla="*/ 1593130 w 1593130"/>
                <a:gd name="connsiteY3" fmla="*/ 1329180 h 1340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3130" h="1340279">
                  <a:moveTo>
                    <a:pt x="0" y="0"/>
                  </a:moveTo>
                  <a:cubicBezTo>
                    <a:pt x="16497" y="223887"/>
                    <a:pt x="56561" y="455630"/>
                    <a:pt x="197963" y="659877"/>
                  </a:cubicBezTo>
                  <a:cubicBezTo>
                    <a:pt x="339365" y="864125"/>
                    <a:pt x="615885" y="1113935"/>
                    <a:pt x="848413" y="1225485"/>
                  </a:cubicBezTo>
                  <a:cubicBezTo>
                    <a:pt x="1080941" y="1337035"/>
                    <a:pt x="1407736" y="1356674"/>
                    <a:pt x="1593130" y="1329180"/>
                  </a:cubicBezTo>
                </a:path>
              </a:pathLst>
            </a:custGeom>
            <a:noFill/>
            <a:ln w="34925">
              <a:solidFill>
                <a:srgbClr val="00B050"/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ES"/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ED8F36D8-172D-52C6-79FD-D8FBEAA77BDA}"/>
                </a:ext>
              </a:extLst>
            </p:cNvPr>
            <p:cNvSpPr txBox="1"/>
            <p:nvPr/>
          </p:nvSpPr>
          <p:spPr>
            <a:xfrm>
              <a:off x="8530409" y="2271276"/>
              <a:ext cx="996343" cy="3385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ES"/>
              </a:defPPr>
              <a:lvl1pPr>
                <a:defRPr sz="1200" b="1">
                  <a:solidFill>
                    <a:srgbClr val="C00000"/>
                  </a:solidFill>
                  <a:effectLst>
                    <a:glow rad="178202">
                      <a:schemeClr val="bg1">
                        <a:alpha val="40000"/>
                      </a:schemeClr>
                    </a:glow>
                  </a:effectLst>
                  <a:latin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pPr algn="ctr"/>
              <a:r>
                <a:rPr lang="es-ES" sz="1100" dirty="0">
                  <a:solidFill>
                    <a:srgbClr val="00B050"/>
                  </a:solidFill>
                  <a:effectLst>
                    <a:glow rad="83889">
                      <a:schemeClr val="bg1">
                        <a:alpha val="95969"/>
                      </a:schemeClr>
                    </a:glow>
                  </a:effectLst>
                </a:rPr>
                <a:t>Distribución de recursos</a:t>
              </a:r>
              <a:endParaRPr lang="en-ES" sz="1100" dirty="0">
                <a:solidFill>
                  <a:srgbClr val="00B050"/>
                </a:solidFill>
                <a:effectLst>
                  <a:glow rad="83889">
                    <a:schemeClr val="bg1">
                      <a:alpha val="95969"/>
                    </a:schemeClr>
                  </a:glow>
                </a:effectLst>
              </a:endParaRPr>
            </a:p>
          </p:txBody>
        </p:sp>
      </p:grpSp>
      <p:grpSp>
        <p:nvGrpSpPr>
          <p:cNvPr id="260" name="Group 259">
            <a:extLst>
              <a:ext uri="{FF2B5EF4-FFF2-40B4-BE49-F238E27FC236}">
                <a16:creationId xmlns:a16="http://schemas.microsoft.com/office/drawing/2014/main" id="{DC90AD37-C57C-8D0C-D3DB-889273CBE8A6}"/>
              </a:ext>
            </a:extLst>
          </p:cNvPr>
          <p:cNvGrpSpPr/>
          <p:nvPr/>
        </p:nvGrpSpPr>
        <p:grpSpPr>
          <a:xfrm>
            <a:off x="9655624" y="3160256"/>
            <a:ext cx="1077759" cy="1178351"/>
            <a:chOff x="9655624" y="3160256"/>
            <a:chExt cx="1077759" cy="1178351"/>
          </a:xfrm>
        </p:grpSpPr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6CDA1F36-96B5-1F95-035E-0EF864368779}"/>
                </a:ext>
              </a:extLst>
            </p:cNvPr>
            <p:cNvSpPr/>
            <p:nvPr/>
          </p:nvSpPr>
          <p:spPr>
            <a:xfrm>
              <a:off x="9655624" y="3160256"/>
              <a:ext cx="946109" cy="1178351"/>
            </a:xfrm>
            <a:custGeom>
              <a:avLst/>
              <a:gdLst>
                <a:gd name="connsiteX0" fmla="*/ 946109 w 946109"/>
                <a:gd name="connsiteY0" fmla="*/ 0 h 1178351"/>
                <a:gd name="connsiteX1" fmla="*/ 144830 w 946109"/>
                <a:gd name="connsiteY1" fmla="*/ 405353 h 1178351"/>
                <a:gd name="connsiteX2" fmla="*/ 3428 w 946109"/>
                <a:gd name="connsiteY2" fmla="*/ 1178351 h 1178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46109" h="1178351">
                  <a:moveTo>
                    <a:pt x="946109" y="0"/>
                  </a:moveTo>
                  <a:cubicBezTo>
                    <a:pt x="624026" y="104480"/>
                    <a:pt x="301943" y="208961"/>
                    <a:pt x="144830" y="405353"/>
                  </a:cubicBezTo>
                  <a:cubicBezTo>
                    <a:pt x="-12283" y="601745"/>
                    <a:pt x="-4428" y="890048"/>
                    <a:pt x="3428" y="1178351"/>
                  </a:cubicBezTo>
                </a:path>
              </a:pathLst>
            </a:custGeom>
            <a:noFill/>
            <a:ln w="34925">
              <a:solidFill>
                <a:srgbClr val="00B050"/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ES"/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7E3ACFC9-FEE0-964E-E36A-C587F1706BE1}"/>
                </a:ext>
              </a:extLst>
            </p:cNvPr>
            <p:cNvSpPr txBox="1"/>
            <p:nvPr/>
          </p:nvSpPr>
          <p:spPr>
            <a:xfrm>
              <a:off x="9737040" y="3704151"/>
              <a:ext cx="996343" cy="3385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ES"/>
              </a:defPPr>
              <a:lvl1pPr>
                <a:defRPr sz="1200" b="1">
                  <a:solidFill>
                    <a:srgbClr val="C00000"/>
                  </a:solidFill>
                  <a:effectLst>
                    <a:glow rad="178202">
                      <a:schemeClr val="bg1">
                        <a:alpha val="40000"/>
                      </a:schemeClr>
                    </a:glow>
                  </a:effectLst>
                  <a:latin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pPr algn="ctr"/>
              <a:r>
                <a:rPr lang="es-ES" sz="1100" dirty="0">
                  <a:solidFill>
                    <a:srgbClr val="00B050"/>
                  </a:solidFill>
                  <a:effectLst>
                    <a:glow rad="83889">
                      <a:schemeClr val="bg1">
                        <a:alpha val="95969"/>
                      </a:schemeClr>
                    </a:glow>
                  </a:effectLst>
                </a:rPr>
                <a:t>Distribución de recursos</a:t>
              </a:r>
              <a:endParaRPr lang="en-ES" sz="1100" dirty="0">
                <a:solidFill>
                  <a:srgbClr val="00B050"/>
                </a:solidFill>
                <a:effectLst>
                  <a:glow rad="83889">
                    <a:schemeClr val="bg1">
                      <a:alpha val="95969"/>
                    </a:schemeClr>
                  </a:glow>
                </a:effectLst>
              </a:endParaRPr>
            </a:p>
          </p:txBody>
        </p:sp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E820B70B-F110-4882-5A49-AB8B493A6471}"/>
              </a:ext>
            </a:extLst>
          </p:cNvPr>
          <p:cNvGrpSpPr/>
          <p:nvPr/>
        </p:nvGrpSpPr>
        <p:grpSpPr>
          <a:xfrm>
            <a:off x="116723" y="6145559"/>
            <a:ext cx="2251906" cy="230832"/>
            <a:chOff x="184880" y="6278177"/>
            <a:chExt cx="2251906" cy="230832"/>
          </a:xfrm>
        </p:grpSpPr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D0098F84-CE5A-4314-011F-35AD35C15477}"/>
                </a:ext>
              </a:extLst>
            </p:cNvPr>
            <p:cNvSpPr txBox="1"/>
            <p:nvPr/>
          </p:nvSpPr>
          <p:spPr>
            <a:xfrm>
              <a:off x="466375" y="6278177"/>
              <a:ext cx="197041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ES" sz="900" b="1" dirty="0">
                  <a:latin typeface="Calibri" panose="020F0502020204030204" pitchFamily="34" charset="0"/>
                  <a:cs typeface="Calibri" panose="020F0502020204030204" pitchFamily="34" charset="0"/>
                </a:rPr>
                <a:t>Delimitación de jerarquías de control</a:t>
              </a:r>
            </a:p>
          </p:txBody>
        </p: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3739010B-859A-617E-C907-74E89A8B6172}"/>
                </a:ext>
              </a:extLst>
            </p:cNvPr>
            <p:cNvCxnSpPr>
              <a:cxnSpLocks/>
            </p:cNvCxnSpPr>
            <p:nvPr/>
          </p:nvCxnSpPr>
          <p:spPr>
            <a:xfrm>
              <a:off x="184880" y="6377369"/>
              <a:ext cx="281495" cy="47837"/>
            </a:xfrm>
            <a:prstGeom prst="straightConnector1">
              <a:avLst/>
            </a:prstGeom>
            <a:noFill/>
            <a:ln w="34925">
              <a:solidFill>
                <a:srgbClr val="00B050"/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C47BB7ED-1D18-DA5A-29CE-3B8ADF23BD77}"/>
              </a:ext>
            </a:extLst>
          </p:cNvPr>
          <p:cNvGrpSpPr/>
          <p:nvPr/>
        </p:nvGrpSpPr>
        <p:grpSpPr>
          <a:xfrm>
            <a:off x="116723" y="6319336"/>
            <a:ext cx="1817493" cy="230832"/>
            <a:chOff x="184880" y="6473330"/>
            <a:chExt cx="1817493" cy="230832"/>
          </a:xfrm>
        </p:grpSpPr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7FB4D1EF-44FB-02ED-50D2-37C531069C70}"/>
                </a:ext>
              </a:extLst>
            </p:cNvPr>
            <p:cNvSpPr txBox="1"/>
            <p:nvPr/>
          </p:nvSpPr>
          <p:spPr>
            <a:xfrm>
              <a:off x="466375" y="6473330"/>
              <a:ext cx="153599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ES" sz="900" b="1" dirty="0">
                  <a:latin typeface="Calibri" panose="020F0502020204030204" pitchFamily="34" charset="0"/>
                  <a:cs typeface="Calibri" panose="020F0502020204030204" pitchFamily="34" charset="0"/>
                </a:rPr>
                <a:t>Relaciones intra-subsistema</a:t>
              </a:r>
            </a:p>
          </p:txBody>
        </p: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F691C6B9-CB73-0DB2-AFB3-9AB8496C1C37}"/>
                </a:ext>
              </a:extLst>
            </p:cNvPr>
            <p:cNvCxnSpPr>
              <a:cxnSpLocks/>
            </p:cNvCxnSpPr>
            <p:nvPr/>
          </p:nvCxnSpPr>
          <p:spPr>
            <a:xfrm>
              <a:off x="184880" y="6572522"/>
              <a:ext cx="281495" cy="47837"/>
            </a:xfrm>
            <a:prstGeom prst="straightConnector1">
              <a:avLst/>
            </a:prstGeom>
            <a:noFill/>
            <a:ln w="34925">
              <a:solidFill>
                <a:schemeClr val="accent5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6019EDE1-B89B-E8A9-E0A2-BEF0EFE6D6F4}"/>
              </a:ext>
            </a:extLst>
          </p:cNvPr>
          <p:cNvGrpSpPr/>
          <p:nvPr/>
        </p:nvGrpSpPr>
        <p:grpSpPr>
          <a:xfrm>
            <a:off x="116723" y="6487433"/>
            <a:ext cx="1863979" cy="230832"/>
            <a:chOff x="184880" y="6625730"/>
            <a:chExt cx="1863979" cy="230832"/>
          </a:xfrm>
        </p:grpSpPr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AF711971-179C-B074-380D-3108D2C620BD}"/>
                </a:ext>
              </a:extLst>
            </p:cNvPr>
            <p:cNvSpPr txBox="1"/>
            <p:nvPr/>
          </p:nvSpPr>
          <p:spPr>
            <a:xfrm>
              <a:off x="466375" y="6625730"/>
              <a:ext cx="158248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ES" sz="900" b="1" dirty="0">
                  <a:latin typeface="Calibri" panose="020F0502020204030204" pitchFamily="34" charset="0"/>
                  <a:cs typeface="Calibri" panose="020F0502020204030204" pitchFamily="34" charset="0"/>
                </a:rPr>
                <a:t>Relaciones inter-subsistemas</a:t>
              </a:r>
            </a:p>
          </p:txBody>
        </p:sp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99CA841D-86B5-89C7-F7F5-C3E98A90F4E8}"/>
                </a:ext>
              </a:extLst>
            </p:cNvPr>
            <p:cNvCxnSpPr>
              <a:cxnSpLocks/>
            </p:cNvCxnSpPr>
            <p:nvPr/>
          </p:nvCxnSpPr>
          <p:spPr>
            <a:xfrm>
              <a:off x="184880" y="6724922"/>
              <a:ext cx="281495" cy="47837"/>
            </a:xfrm>
            <a:prstGeom prst="straightConnector1">
              <a:avLst/>
            </a:prstGeom>
            <a:noFill/>
            <a:ln w="34925">
              <a:solidFill>
                <a:schemeClr val="accent5">
                  <a:lumMod val="20000"/>
                  <a:lumOff val="80000"/>
                </a:schemeClr>
              </a:solidFill>
              <a:prstDash val="sysDash"/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262" name="Group 261">
            <a:extLst>
              <a:ext uri="{FF2B5EF4-FFF2-40B4-BE49-F238E27FC236}">
                <a16:creationId xmlns:a16="http://schemas.microsoft.com/office/drawing/2014/main" id="{9627AB70-6417-339C-0A77-EC207F5E6871}"/>
              </a:ext>
            </a:extLst>
          </p:cNvPr>
          <p:cNvGrpSpPr/>
          <p:nvPr/>
        </p:nvGrpSpPr>
        <p:grpSpPr>
          <a:xfrm>
            <a:off x="2102772" y="3501352"/>
            <a:ext cx="540478" cy="333596"/>
            <a:chOff x="2102772" y="3501352"/>
            <a:chExt cx="540478" cy="333596"/>
          </a:xfrm>
        </p:grpSpPr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A3CA88F1-BD63-6DEA-0E49-7033A92B76B2}"/>
                </a:ext>
              </a:extLst>
            </p:cNvPr>
            <p:cNvCxnSpPr>
              <a:cxnSpLocks/>
            </p:cNvCxnSpPr>
            <p:nvPr/>
          </p:nvCxnSpPr>
          <p:spPr>
            <a:xfrm>
              <a:off x="2251605" y="3501352"/>
              <a:ext cx="391645" cy="66556"/>
            </a:xfrm>
            <a:prstGeom prst="straightConnector1">
              <a:avLst/>
            </a:prstGeom>
            <a:noFill/>
            <a:ln w="15875">
              <a:solidFill>
                <a:schemeClr val="accent5">
                  <a:lumMod val="60000"/>
                  <a:lumOff val="40000"/>
                </a:schemeClr>
              </a:solidFill>
              <a:headEnd type="triangle"/>
              <a:tailEnd type="triangle"/>
            </a:ln>
            <a:effectLst>
              <a:glow rad="25400">
                <a:schemeClr val="bg1">
                  <a:alpha val="87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5" name="Straight Arrow Connector 134">
              <a:extLst>
                <a:ext uri="{FF2B5EF4-FFF2-40B4-BE49-F238E27FC236}">
                  <a16:creationId xmlns:a16="http://schemas.microsoft.com/office/drawing/2014/main" id="{94B3812E-A1A7-53E1-EF53-750C85F70D3F}"/>
                </a:ext>
              </a:extLst>
            </p:cNvPr>
            <p:cNvCxnSpPr>
              <a:cxnSpLocks/>
            </p:cNvCxnSpPr>
            <p:nvPr/>
          </p:nvCxnSpPr>
          <p:spPr>
            <a:xfrm>
              <a:off x="2196439" y="3632917"/>
              <a:ext cx="391645" cy="66556"/>
            </a:xfrm>
            <a:prstGeom prst="straightConnector1">
              <a:avLst/>
            </a:prstGeom>
            <a:noFill/>
            <a:ln w="15875">
              <a:solidFill>
                <a:schemeClr val="accent5">
                  <a:lumMod val="60000"/>
                  <a:lumOff val="40000"/>
                </a:schemeClr>
              </a:solidFill>
              <a:headEnd type="triangle"/>
              <a:tailEnd type="triangle"/>
            </a:ln>
            <a:effectLst>
              <a:glow rad="25400">
                <a:schemeClr val="bg1">
                  <a:alpha val="87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D1F54DDC-5AA6-A7A9-62F9-A700425D4411}"/>
                </a:ext>
              </a:extLst>
            </p:cNvPr>
            <p:cNvCxnSpPr>
              <a:cxnSpLocks/>
            </p:cNvCxnSpPr>
            <p:nvPr/>
          </p:nvCxnSpPr>
          <p:spPr>
            <a:xfrm>
              <a:off x="2102772" y="3768392"/>
              <a:ext cx="391645" cy="66556"/>
            </a:xfrm>
            <a:prstGeom prst="straightConnector1">
              <a:avLst/>
            </a:prstGeom>
            <a:noFill/>
            <a:ln w="15875">
              <a:solidFill>
                <a:schemeClr val="accent5">
                  <a:lumMod val="60000"/>
                  <a:lumOff val="40000"/>
                </a:schemeClr>
              </a:solidFill>
              <a:headEnd type="triangle"/>
              <a:tailEnd type="triangle"/>
            </a:ln>
            <a:effectLst>
              <a:glow rad="25400">
                <a:schemeClr val="bg1">
                  <a:alpha val="87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263" name="Group 262">
            <a:extLst>
              <a:ext uri="{FF2B5EF4-FFF2-40B4-BE49-F238E27FC236}">
                <a16:creationId xmlns:a16="http://schemas.microsoft.com/office/drawing/2014/main" id="{B061FE45-5A14-F7A5-1FC8-0411B6AFCA3B}"/>
              </a:ext>
            </a:extLst>
          </p:cNvPr>
          <p:cNvGrpSpPr/>
          <p:nvPr/>
        </p:nvGrpSpPr>
        <p:grpSpPr>
          <a:xfrm>
            <a:off x="944877" y="2024828"/>
            <a:ext cx="420273" cy="120188"/>
            <a:chOff x="944877" y="2024828"/>
            <a:chExt cx="420273" cy="120188"/>
          </a:xfrm>
        </p:grpSpPr>
        <p:cxnSp>
          <p:nvCxnSpPr>
            <p:cNvPr id="137" name="Straight Arrow Connector 136">
              <a:extLst>
                <a:ext uri="{FF2B5EF4-FFF2-40B4-BE49-F238E27FC236}">
                  <a16:creationId xmlns:a16="http://schemas.microsoft.com/office/drawing/2014/main" id="{A43B32EE-9BC0-D57F-14B4-207A3A219938}"/>
                </a:ext>
              </a:extLst>
            </p:cNvPr>
            <p:cNvCxnSpPr>
              <a:cxnSpLocks/>
            </p:cNvCxnSpPr>
            <p:nvPr/>
          </p:nvCxnSpPr>
          <p:spPr>
            <a:xfrm>
              <a:off x="994993" y="2024828"/>
              <a:ext cx="370157" cy="14773"/>
            </a:xfrm>
            <a:prstGeom prst="straightConnector1">
              <a:avLst/>
            </a:prstGeom>
            <a:noFill/>
            <a:ln w="15875">
              <a:solidFill>
                <a:schemeClr val="accent5">
                  <a:lumMod val="60000"/>
                  <a:lumOff val="40000"/>
                </a:schemeClr>
              </a:solidFill>
              <a:headEnd type="triangle"/>
              <a:tailEnd type="triangle"/>
            </a:ln>
            <a:effectLst>
              <a:glow rad="25400">
                <a:schemeClr val="bg1">
                  <a:alpha val="87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F3C6A044-F548-DB3A-4420-EE0242B18B29}"/>
                </a:ext>
              </a:extLst>
            </p:cNvPr>
            <p:cNvCxnSpPr>
              <a:cxnSpLocks/>
            </p:cNvCxnSpPr>
            <p:nvPr/>
          </p:nvCxnSpPr>
          <p:spPr>
            <a:xfrm>
              <a:off x="944877" y="2130243"/>
              <a:ext cx="370157" cy="14773"/>
            </a:xfrm>
            <a:prstGeom prst="straightConnector1">
              <a:avLst/>
            </a:prstGeom>
            <a:noFill/>
            <a:ln w="15875">
              <a:solidFill>
                <a:schemeClr val="accent5">
                  <a:lumMod val="60000"/>
                  <a:lumOff val="40000"/>
                </a:schemeClr>
              </a:solidFill>
              <a:headEnd type="triangle"/>
              <a:tailEnd type="triangle"/>
            </a:ln>
            <a:effectLst>
              <a:glow rad="25400">
                <a:schemeClr val="bg1">
                  <a:alpha val="87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39" name="Freeform 138">
            <a:extLst>
              <a:ext uri="{FF2B5EF4-FFF2-40B4-BE49-F238E27FC236}">
                <a16:creationId xmlns:a16="http://schemas.microsoft.com/office/drawing/2014/main" id="{61B6762A-316A-DB35-0AB0-5BF470CC77CC}"/>
              </a:ext>
            </a:extLst>
          </p:cNvPr>
          <p:cNvSpPr/>
          <p:nvPr/>
        </p:nvSpPr>
        <p:spPr>
          <a:xfrm>
            <a:off x="962649" y="2217818"/>
            <a:ext cx="590578" cy="1741118"/>
          </a:xfrm>
          <a:custGeom>
            <a:avLst/>
            <a:gdLst>
              <a:gd name="connsiteX0" fmla="*/ 45696 w 590578"/>
              <a:gd name="connsiteY0" fmla="*/ 0 h 1741118"/>
              <a:gd name="connsiteX1" fmla="*/ 1855 w 590578"/>
              <a:gd name="connsiteY1" fmla="*/ 325676 h 1741118"/>
              <a:gd name="connsiteX2" fmla="*/ 39433 w 590578"/>
              <a:gd name="connsiteY2" fmla="*/ 544882 h 1741118"/>
              <a:gd name="connsiteX3" fmla="*/ 302480 w 590578"/>
              <a:gd name="connsiteY3" fmla="*/ 713983 h 1741118"/>
              <a:gd name="connsiteX4" fmla="*/ 578052 w 590578"/>
              <a:gd name="connsiteY4" fmla="*/ 926926 h 1741118"/>
              <a:gd name="connsiteX5" fmla="*/ 534211 w 590578"/>
              <a:gd name="connsiteY5" fmla="*/ 1490597 h 1741118"/>
              <a:gd name="connsiteX6" fmla="*/ 590578 w 590578"/>
              <a:gd name="connsiteY6" fmla="*/ 1741118 h 1741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0578" h="1741118">
                <a:moveTo>
                  <a:pt x="45696" y="0"/>
                </a:moveTo>
                <a:cubicBezTo>
                  <a:pt x="24297" y="117431"/>
                  <a:pt x="2899" y="234862"/>
                  <a:pt x="1855" y="325676"/>
                </a:cubicBezTo>
                <a:cubicBezTo>
                  <a:pt x="811" y="416490"/>
                  <a:pt x="-10671" y="480164"/>
                  <a:pt x="39433" y="544882"/>
                </a:cubicBezTo>
                <a:cubicBezTo>
                  <a:pt x="89537" y="609600"/>
                  <a:pt x="212710" y="650309"/>
                  <a:pt x="302480" y="713983"/>
                </a:cubicBezTo>
                <a:cubicBezTo>
                  <a:pt x="392250" y="777657"/>
                  <a:pt x="539430" y="797490"/>
                  <a:pt x="578052" y="926926"/>
                </a:cubicBezTo>
                <a:cubicBezTo>
                  <a:pt x="616674" y="1056362"/>
                  <a:pt x="532123" y="1354898"/>
                  <a:pt x="534211" y="1490597"/>
                </a:cubicBezTo>
                <a:cubicBezTo>
                  <a:pt x="536299" y="1626296"/>
                  <a:pt x="563438" y="1683707"/>
                  <a:pt x="590578" y="1741118"/>
                </a:cubicBezTo>
              </a:path>
            </a:pathLst>
          </a:custGeom>
          <a:noFill/>
          <a:ln w="25400">
            <a:solidFill>
              <a:schemeClr val="accent5">
                <a:lumMod val="40000"/>
                <a:lumOff val="60000"/>
              </a:schemeClr>
            </a:solidFill>
            <a:prstDash val="sysDash"/>
            <a:headEnd type="triangle"/>
            <a:tailEnd type="triangle"/>
          </a:ln>
          <a:effectLst>
            <a:glow rad="63500">
              <a:schemeClr val="bg1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4F17A772-470C-A814-DFD2-4C2276E6C3CD}"/>
              </a:ext>
            </a:extLst>
          </p:cNvPr>
          <p:cNvSpPr txBox="1"/>
          <p:nvPr/>
        </p:nvSpPr>
        <p:spPr>
          <a:xfrm>
            <a:off x="4516853" y="307732"/>
            <a:ext cx="1034360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ES"/>
            </a:defPPr>
            <a:lvl1pPr>
              <a:defRPr sz="1200" b="1">
                <a:solidFill>
                  <a:srgbClr val="C00000"/>
                </a:solidFill>
                <a:effectLst>
                  <a:glow rad="178202">
                    <a:schemeClr val="bg1">
                      <a:alpha val="40000"/>
                    </a:schemeClr>
                  </a:glow>
                </a:effectLst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ctr"/>
            <a:r>
              <a:rPr lang="es-ES" sz="1100" dirty="0">
                <a:solidFill>
                  <a:srgbClr val="FFC000"/>
                </a:solidFill>
                <a:effectLst>
                  <a:glow rad="147143">
                    <a:schemeClr val="bg1">
                      <a:alpha val="95969"/>
                    </a:schemeClr>
                  </a:glow>
                </a:effectLst>
              </a:rPr>
              <a:t>Temperatura estable</a:t>
            </a:r>
            <a:endParaRPr lang="en-ES" sz="1100" dirty="0">
              <a:solidFill>
                <a:srgbClr val="FFC000"/>
              </a:solidFill>
              <a:effectLst>
                <a:glow rad="147143">
                  <a:schemeClr val="bg1">
                    <a:alpha val="95969"/>
                  </a:schemeClr>
                </a:glow>
              </a:effectLst>
            </a:endParaRPr>
          </a:p>
        </p:txBody>
      </p: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7D63CC61-6FD3-5DA6-340D-B70230ED4754}"/>
              </a:ext>
            </a:extLst>
          </p:cNvPr>
          <p:cNvCxnSpPr>
            <a:cxnSpLocks/>
          </p:cNvCxnSpPr>
          <p:nvPr/>
        </p:nvCxnSpPr>
        <p:spPr>
          <a:xfrm flipH="1">
            <a:off x="1141181" y="654391"/>
            <a:ext cx="66693" cy="557653"/>
          </a:xfrm>
          <a:prstGeom prst="straightConnector1">
            <a:avLst/>
          </a:prstGeom>
          <a:noFill/>
          <a:ln w="25400">
            <a:solidFill>
              <a:schemeClr val="accent5">
                <a:lumMod val="40000"/>
                <a:lumOff val="60000"/>
              </a:schemeClr>
            </a:solidFill>
            <a:prstDash val="sysDash"/>
            <a:headEnd type="triangle"/>
            <a:tailEnd type="triangle"/>
          </a:ln>
          <a:effectLst>
            <a:glow rad="63500">
              <a:schemeClr val="bg1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7" name="Freeform 146">
            <a:extLst>
              <a:ext uri="{FF2B5EF4-FFF2-40B4-BE49-F238E27FC236}">
                <a16:creationId xmlns:a16="http://schemas.microsoft.com/office/drawing/2014/main" id="{D705AC45-BF0D-F969-D56F-204CE35B366C}"/>
              </a:ext>
            </a:extLst>
          </p:cNvPr>
          <p:cNvSpPr/>
          <p:nvPr/>
        </p:nvSpPr>
        <p:spPr>
          <a:xfrm>
            <a:off x="3528801" y="828107"/>
            <a:ext cx="633629" cy="118335"/>
          </a:xfrm>
          <a:custGeom>
            <a:avLst/>
            <a:gdLst>
              <a:gd name="connsiteX0" fmla="*/ 633629 w 633629"/>
              <a:gd name="connsiteY0" fmla="*/ 72805 h 118335"/>
              <a:gd name="connsiteX1" fmla="*/ 436332 w 633629"/>
              <a:gd name="connsiteY1" fmla="*/ 12098 h 118335"/>
              <a:gd name="connsiteX2" fmla="*/ 273181 w 633629"/>
              <a:gd name="connsiteY2" fmla="*/ 715 h 118335"/>
              <a:gd name="connsiteX3" fmla="*/ 170738 w 633629"/>
              <a:gd name="connsiteY3" fmla="*/ 23481 h 118335"/>
              <a:gd name="connsiteX4" fmla="*/ 0 w 633629"/>
              <a:gd name="connsiteY4" fmla="*/ 118335 h 118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3629" h="118335">
                <a:moveTo>
                  <a:pt x="633629" y="72805"/>
                </a:moveTo>
                <a:cubicBezTo>
                  <a:pt x="565018" y="48459"/>
                  <a:pt x="496407" y="24113"/>
                  <a:pt x="436332" y="12098"/>
                </a:cubicBezTo>
                <a:cubicBezTo>
                  <a:pt x="376257" y="83"/>
                  <a:pt x="317447" y="-1182"/>
                  <a:pt x="273181" y="715"/>
                </a:cubicBezTo>
                <a:cubicBezTo>
                  <a:pt x="228915" y="2612"/>
                  <a:pt x="216268" y="3878"/>
                  <a:pt x="170738" y="23481"/>
                </a:cubicBezTo>
                <a:cubicBezTo>
                  <a:pt x="125208" y="43084"/>
                  <a:pt x="62604" y="80709"/>
                  <a:pt x="0" y="118335"/>
                </a:cubicBezTo>
              </a:path>
            </a:pathLst>
          </a:custGeom>
          <a:noFill/>
          <a:ln w="25400">
            <a:solidFill>
              <a:schemeClr val="accent5">
                <a:lumMod val="40000"/>
                <a:lumOff val="60000"/>
              </a:schemeClr>
            </a:solidFill>
            <a:prstDash val="sysDash"/>
            <a:headEnd type="triangle"/>
            <a:tailEnd type="triangle"/>
          </a:ln>
          <a:effectLst>
            <a:glow rad="63500">
              <a:schemeClr val="bg1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</p:txBody>
      </p: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E51FA54F-7C38-519A-F01D-A4D68BC2C40F}"/>
              </a:ext>
            </a:extLst>
          </p:cNvPr>
          <p:cNvGrpSpPr/>
          <p:nvPr/>
        </p:nvGrpSpPr>
        <p:grpSpPr>
          <a:xfrm>
            <a:off x="4147000" y="546392"/>
            <a:ext cx="289373" cy="131053"/>
            <a:chOff x="4147000" y="546392"/>
            <a:chExt cx="289373" cy="131053"/>
          </a:xfrm>
        </p:grpSpPr>
        <p:cxnSp>
          <p:nvCxnSpPr>
            <p:cNvPr id="146" name="Straight Arrow Connector 145">
              <a:extLst>
                <a:ext uri="{FF2B5EF4-FFF2-40B4-BE49-F238E27FC236}">
                  <a16:creationId xmlns:a16="http://schemas.microsoft.com/office/drawing/2014/main" id="{49C5F299-02CD-B5A7-3295-E880C0F6D5BF}"/>
                </a:ext>
              </a:extLst>
            </p:cNvPr>
            <p:cNvCxnSpPr>
              <a:cxnSpLocks/>
            </p:cNvCxnSpPr>
            <p:nvPr/>
          </p:nvCxnSpPr>
          <p:spPr>
            <a:xfrm>
              <a:off x="4152506" y="546392"/>
              <a:ext cx="283867" cy="0"/>
            </a:xfrm>
            <a:prstGeom prst="straightConnector1">
              <a:avLst/>
            </a:prstGeom>
            <a:noFill/>
            <a:ln w="15875">
              <a:solidFill>
                <a:schemeClr val="accent5">
                  <a:lumMod val="60000"/>
                  <a:lumOff val="40000"/>
                </a:schemeClr>
              </a:solidFill>
              <a:headEnd type="triangle"/>
              <a:tailEnd type="triangle"/>
            </a:ln>
            <a:effectLst>
              <a:glow rad="25400">
                <a:schemeClr val="bg1">
                  <a:alpha val="87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8" name="Straight Arrow Connector 147">
              <a:extLst>
                <a:ext uri="{FF2B5EF4-FFF2-40B4-BE49-F238E27FC236}">
                  <a16:creationId xmlns:a16="http://schemas.microsoft.com/office/drawing/2014/main" id="{88FF0B8D-994B-8D4B-3A77-EF6B64ECAEAF}"/>
                </a:ext>
              </a:extLst>
            </p:cNvPr>
            <p:cNvCxnSpPr>
              <a:cxnSpLocks/>
            </p:cNvCxnSpPr>
            <p:nvPr/>
          </p:nvCxnSpPr>
          <p:spPr>
            <a:xfrm>
              <a:off x="4147000" y="677445"/>
              <a:ext cx="283867" cy="0"/>
            </a:xfrm>
            <a:prstGeom prst="straightConnector1">
              <a:avLst/>
            </a:prstGeom>
            <a:noFill/>
            <a:ln w="15875">
              <a:solidFill>
                <a:schemeClr val="accent5">
                  <a:lumMod val="60000"/>
                  <a:lumOff val="40000"/>
                </a:schemeClr>
              </a:solidFill>
              <a:headEnd type="triangle"/>
              <a:tailEnd type="triangle"/>
            </a:ln>
            <a:effectLst>
              <a:glow rad="25400">
                <a:schemeClr val="bg1">
                  <a:alpha val="87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254" name="Group 253">
            <a:extLst>
              <a:ext uri="{FF2B5EF4-FFF2-40B4-BE49-F238E27FC236}">
                <a16:creationId xmlns:a16="http://schemas.microsoft.com/office/drawing/2014/main" id="{1AA6D700-1A77-6321-52D1-97076F9A9FDA}"/>
              </a:ext>
            </a:extLst>
          </p:cNvPr>
          <p:cNvGrpSpPr/>
          <p:nvPr/>
        </p:nvGrpSpPr>
        <p:grpSpPr>
          <a:xfrm>
            <a:off x="10364017" y="1886823"/>
            <a:ext cx="397144" cy="131911"/>
            <a:chOff x="10364017" y="1886823"/>
            <a:chExt cx="397144" cy="131911"/>
          </a:xfrm>
        </p:grpSpPr>
        <p:cxnSp>
          <p:nvCxnSpPr>
            <p:cNvPr id="151" name="Straight Arrow Connector 150">
              <a:extLst>
                <a:ext uri="{FF2B5EF4-FFF2-40B4-BE49-F238E27FC236}">
                  <a16:creationId xmlns:a16="http://schemas.microsoft.com/office/drawing/2014/main" id="{B42B4987-079D-9588-8389-97FB89C65062}"/>
                </a:ext>
              </a:extLst>
            </p:cNvPr>
            <p:cNvCxnSpPr>
              <a:cxnSpLocks/>
            </p:cNvCxnSpPr>
            <p:nvPr/>
          </p:nvCxnSpPr>
          <p:spPr>
            <a:xfrm>
              <a:off x="10364017" y="1886823"/>
              <a:ext cx="318856" cy="0"/>
            </a:xfrm>
            <a:prstGeom prst="straightConnector1">
              <a:avLst/>
            </a:prstGeom>
            <a:noFill/>
            <a:ln w="15875">
              <a:solidFill>
                <a:schemeClr val="accent5">
                  <a:lumMod val="60000"/>
                  <a:lumOff val="40000"/>
                </a:schemeClr>
              </a:solidFill>
              <a:headEnd type="triangle"/>
              <a:tailEnd type="triangle"/>
            </a:ln>
            <a:effectLst>
              <a:glow rad="25400">
                <a:schemeClr val="bg1">
                  <a:alpha val="87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2" name="Straight Arrow Connector 151">
              <a:extLst>
                <a:ext uri="{FF2B5EF4-FFF2-40B4-BE49-F238E27FC236}">
                  <a16:creationId xmlns:a16="http://schemas.microsoft.com/office/drawing/2014/main" id="{F803976E-DE67-BD38-9106-10B8EF76E11E}"/>
                </a:ext>
              </a:extLst>
            </p:cNvPr>
            <p:cNvCxnSpPr>
              <a:cxnSpLocks/>
            </p:cNvCxnSpPr>
            <p:nvPr/>
          </p:nvCxnSpPr>
          <p:spPr>
            <a:xfrm>
              <a:off x="10442305" y="2018734"/>
              <a:ext cx="318856" cy="0"/>
            </a:xfrm>
            <a:prstGeom prst="straightConnector1">
              <a:avLst/>
            </a:prstGeom>
            <a:noFill/>
            <a:ln w="15875">
              <a:solidFill>
                <a:schemeClr val="accent5">
                  <a:lumMod val="60000"/>
                  <a:lumOff val="40000"/>
                </a:schemeClr>
              </a:solidFill>
              <a:headEnd type="triangle"/>
              <a:tailEnd type="triangle"/>
            </a:ln>
            <a:effectLst>
              <a:glow rad="25400">
                <a:schemeClr val="bg1">
                  <a:alpha val="87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264" name="Group 263">
            <a:extLst>
              <a:ext uri="{FF2B5EF4-FFF2-40B4-BE49-F238E27FC236}">
                <a16:creationId xmlns:a16="http://schemas.microsoft.com/office/drawing/2014/main" id="{8DB0D4CC-3900-7C60-FFF6-DACF9E2F8373}"/>
              </a:ext>
            </a:extLst>
          </p:cNvPr>
          <p:cNvGrpSpPr/>
          <p:nvPr/>
        </p:nvGrpSpPr>
        <p:grpSpPr>
          <a:xfrm>
            <a:off x="10776031" y="1498257"/>
            <a:ext cx="557746" cy="478068"/>
            <a:chOff x="10776031" y="1498257"/>
            <a:chExt cx="557746" cy="478068"/>
          </a:xfrm>
        </p:grpSpPr>
        <p:sp>
          <p:nvSpPr>
            <p:cNvPr id="156" name="Freeform 155">
              <a:extLst>
                <a:ext uri="{FF2B5EF4-FFF2-40B4-BE49-F238E27FC236}">
                  <a16:creationId xmlns:a16="http://schemas.microsoft.com/office/drawing/2014/main" id="{F7C92338-AC7E-9CCD-CD85-FE39AF769930}"/>
                </a:ext>
              </a:extLst>
            </p:cNvPr>
            <p:cNvSpPr/>
            <p:nvPr/>
          </p:nvSpPr>
          <p:spPr>
            <a:xfrm>
              <a:off x="10802591" y="1770568"/>
              <a:ext cx="531186" cy="205757"/>
            </a:xfrm>
            <a:custGeom>
              <a:avLst/>
              <a:gdLst>
                <a:gd name="connsiteX0" fmla="*/ 0 w 531186"/>
                <a:gd name="connsiteY0" fmla="*/ 205757 h 205757"/>
                <a:gd name="connsiteX1" fmla="*/ 204886 w 531186"/>
                <a:gd name="connsiteY1" fmla="*/ 31224 h 205757"/>
                <a:gd name="connsiteX2" fmla="*/ 531186 w 531186"/>
                <a:gd name="connsiteY2" fmla="*/ 870 h 205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1186" h="205757">
                  <a:moveTo>
                    <a:pt x="0" y="205757"/>
                  </a:moveTo>
                  <a:cubicBezTo>
                    <a:pt x="58177" y="135564"/>
                    <a:pt x="116355" y="65372"/>
                    <a:pt x="204886" y="31224"/>
                  </a:cubicBezTo>
                  <a:cubicBezTo>
                    <a:pt x="293417" y="-2924"/>
                    <a:pt x="412301" y="-1027"/>
                    <a:pt x="531186" y="870"/>
                  </a:cubicBezTo>
                </a:path>
              </a:pathLst>
            </a:custGeom>
            <a:noFill/>
            <a:ln w="25400">
              <a:solidFill>
                <a:schemeClr val="accent5">
                  <a:lumMod val="40000"/>
                  <a:lumOff val="60000"/>
                </a:schemeClr>
              </a:solidFill>
              <a:prstDash val="sysDash"/>
              <a:headEnd type="triangle"/>
              <a:tailEnd type="triangle"/>
            </a:ln>
            <a:effectLst>
              <a:glow rad="25400">
                <a:schemeClr val="bg1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ES"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sp>
          <p:nvSpPr>
            <p:cNvPr id="157" name="Freeform 156">
              <a:extLst>
                <a:ext uri="{FF2B5EF4-FFF2-40B4-BE49-F238E27FC236}">
                  <a16:creationId xmlns:a16="http://schemas.microsoft.com/office/drawing/2014/main" id="{4F4AC031-CD4F-9C62-63FE-38DB30C24781}"/>
                </a:ext>
              </a:extLst>
            </p:cNvPr>
            <p:cNvSpPr/>
            <p:nvPr/>
          </p:nvSpPr>
          <p:spPr>
            <a:xfrm>
              <a:off x="10776031" y="1498257"/>
              <a:ext cx="242828" cy="368036"/>
            </a:xfrm>
            <a:custGeom>
              <a:avLst/>
              <a:gdLst>
                <a:gd name="connsiteX0" fmla="*/ 0 w 242828"/>
                <a:gd name="connsiteY0" fmla="*/ 368036 h 368036"/>
                <a:gd name="connsiteX1" fmla="*/ 163150 w 242828"/>
                <a:gd name="connsiteY1" fmla="*/ 235240 h 368036"/>
                <a:gd name="connsiteX2" fmla="*/ 227652 w 242828"/>
                <a:gd name="connsiteY2" fmla="*/ 110031 h 368036"/>
                <a:gd name="connsiteX3" fmla="*/ 242828 w 242828"/>
                <a:gd name="connsiteY3" fmla="*/ 0 h 36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2828" h="368036">
                  <a:moveTo>
                    <a:pt x="0" y="368036"/>
                  </a:moveTo>
                  <a:cubicBezTo>
                    <a:pt x="62604" y="323138"/>
                    <a:pt x="125208" y="278241"/>
                    <a:pt x="163150" y="235240"/>
                  </a:cubicBezTo>
                  <a:cubicBezTo>
                    <a:pt x="201092" y="192239"/>
                    <a:pt x="214372" y="149238"/>
                    <a:pt x="227652" y="110031"/>
                  </a:cubicBezTo>
                  <a:cubicBezTo>
                    <a:pt x="240932" y="70824"/>
                    <a:pt x="241880" y="35412"/>
                    <a:pt x="242828" y="0"/>
                  </a:cubicBezTo>
                </a:path>
              </a:pathLst>
            </a:custGeom>
            <a:noFill/>
            <a:ln w="25400">
              <a:solidFill>
                <a:schemeClr val="accent5">
                  <a:lumMod val="40000"/>
                  <a:lumOff val="60000"/>
                </a:schemeClr>
              </a:solidFill>
              <a:prstDash val="sysDash"/>
              <a:headEnd type="triangle"/>
              <a:tailEnd type="triangle"/>
            </a:ln>
            <a:effectLst>
              <a:glow rad="25400">
                <a:schemeClr val="bg1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ES"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BEFCE19C-584B-FDED-358D-2A2D52266063}"/>
              </a:ext>
            </a:extLst>
          </p:cNvPr>
          <p:cNvGrpSpPr/>
          <p:nvPr/>
        </p:nvGrpSpPr>
        <p:grpSpPr>
          <a:xfrm>
            <a:off x="8783074" y="468879"/>
            <a:ext cx="397144" cy="131911"/>
            <a:chOff x="8783074" y="468879"/>
            <a:chExt cx="397144" cy="131911"/>
          </a:xfrm>
        </p:grpSpPr>
        <p:cxnSp>
          <p:nvCxnSpPr>
            <p:cNvPr id="158" name="Straight Arrow Connector 157">
              <a:extLst>
                <a:ext uri="{FF2B5EF4-FFF2-40B4-BE49-F238E27FC236}">
                  <a16:creationId xmlns:a16="http://schemas.microsoft.com/office/drawing/2014/main" id="{C6F0DCE8-375E-9B28-219D-1FD4753A50D3}"/>
                </a:ext>
              </a:extLst>
            </p:cNvPr>
            <p:cNvCxnSpPr>
              <a:cxnSpLocks/>
            </p:cNvCxnSpPr>
            <p:nvPr/>
          </p:nvCxnSpPr>
          <p:spPr>
            <a:xfrm>
              <a:off x="8783074" y="468879"/>
              <a:ext cx="318856" cy="0"/>
            </a:xfrm>
            <a:prstGeom prst="straightConnector1">
              <a:avLst/>
            </a:prstGeom>
            <a:noFill/>
            <a:ln w="15875">
              <a:solidFill>
                <a:schemeClr val="accent5">
                  <a:lumMod val="60000"/>
                  <a:lumOff val="40000"/>
                </a:schemeClr>
              </a:solidFill>
              <a:headEnd type="triangle"/>
              <a:tailEnd type="triangle"/>
            </a:ln>
            <a:effectLst>
              <a:glow rad="25400">
                <a:schemeClr val="bg1">
                  <a:alpha val="87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9" name="Straight Arrow Connector 158">
              <a:extLst>
                <a:ext uri="{FF2B5EF4-FFF2-40B4-BE49-F238E27FC236}">
                  <a16:creationId xmlns:a16="http://schemas.microsoft.com/office/drawing/2014/main" id="{B5E4071D-B95D-F1DD-FD42-4636B7EE48D1}"/>
                </a:ext>
              </a:extLst>
            </p:cNvPr>
            <p:cNvCxnSpPr>
              <a:cxnSpLocks/>
            </p:cNvCxnSpPr>
            <p:nvPr/>
          </p:nvCxnSpPr>
          <p:spPr>
            <a:xfrm>
              <a:off x="8861362" y="600790"/>
              <a:ext cx="318856" cy="0"/>
            </a:xfrm>
            <a:prstGeom prst="straightConnector1">
              <a:avLst/>
            </a:prstGeom>
            <a:noFill/>
            <a:ln w="15875">
              <a:solidFill>
                <a:schemeClr val="accent5">
                  <a:lumMod val="60000"/>
                  <a:lumOff val="40000"/>
                </a:schemeClr>
              </a:solidFill>
              <a:headEnd type="triangle"/>
              <a:tailEnd type="triangle"/>
            </a:ln>
            <a:effectLst>
              <a:glow rad="25400">
                <a:schemeClr val="bg1">
                  <a:alpha val="87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60" name="Freeform 159">
            <a:extLst>
              <a:ext uri="{FF2B5EF4-FFF2-40B4-BE49-F238E27FC236}">
                <a16:creationId xmlns:a16="http://schemas.microsoft.com/office/drawing/2014/main" id="{77B9F11F-F6A8-4C50-4E6E-7ACBF3B85550}"/>
              </a:ext>
            </a:extLst>
          </p:cNvPr>
          <p:cNvSpPr/>
          <p:nvPr/>
        </p:nvSpPr>
        <p:spPr>
          <a:xfrm>
            <a:off x="8428192" y="398765"/>
            <a:ext cx="612251" cy="715617"/>
          </a:xfrm>
          <a:custGeom>
            <a:avLst/>
            <a:gdLst>
              <a:gd name="connsiteX0" fmla="*/ 0 w 612251"/>
              <a:gd name="connsiteY0" fmla="*/ 0 h 715617"/>
              <a:gd name="connsiteX1" fmla="*/ 306125 w 612251"/>
              <a:gd name="connsiteY1" fmla="*/ 218661 h 715617"/>
              <a:gd name="connsiteX2" fmla="*/ 492981 w 612251"/>
              <a:gd name="connsiteY2" fmla="*/ 417443 h 715617"/>
              <a:gd name="connsiteX3" fmla="*/ 612251 w 612251"/>
              <a:gd name="connsiteY3" fmla="*/ 715617 h 715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2251" h="715617">
                <a:moveTo>
                  <a:pt x="0" y="0"/>
                </a:moveTo>
                <a:cubicBezTo>
                  <a:pt x="111981" y="74543"/>
                  <a:pt x="223962" y="149087"/>
                  <a:pt x="306125" y="218661"/>
                </a:cubicBezTo>
                <a:cubicBezTo>
                  <a:pt x="388288" y="288235"/>
                  <a:pt x="441960" y="334617"/>
                  <a:pt x="492981" y="417443"/>
                </a:cubicBezTo>
                <a:cubicBezTo>
                  <a:pt x="544002" y="500269"/>
                  <a:pt x="578126" y="607943"/>
                  <a:pt x="612251" y="715617"/>
                </a:cubicBezTo>
              </a:path>
            </a:pathLst>
          </a:custGeom>
          <a:noFill/>
          <a:ln w="25400">
            <a:solidFill>
              <a:schemeClr val="accent5">
                <a:lumMod val="40000"/>
                <a:lumOff val="60000"/>
              </a:schemeClr>
            </a:solidFill>
            <a:prstDash val="sysDash"/>
            <a:headEnd type="triangle"/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</p:txBody>
      </p: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FBD3A7CB-8E50-3F45-90BF-669CB783A171}"/>
              </a:ext>
            </a:extLst>
          </p:cNvPr>
          <p:cNvGrpSpPr/>
          <p:nvPr/>
        </p:nvGrpSpPr>
        <p:grpSpPr>
          <a:xfrm>
            <a:off x="95564" y="6657909"/>
            <a:ext cx="1684764" cy="236998"/>
            <a:chOff x="163721" y="6816943"/>
            <a:chExt cx="1684764" cy="236998"/>
          </a:xfrm>
        </p:grpSpPr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BF924AF6-1049-A381-CEFF-6FE8F06D5007}"/>
                </a:ext>
              </a:extLst>
            </p:cNvPr>
            <p:cNvSpPr txBox="1"/>
            <p:nvPr/>
          </p:nvSpPr>
          <p:spPr>
            <a:xfrm>
              <a:off x="466375" y="6816943"/>
              <a:ext cx="138211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ES" sz="900" b="1" dirty="0">
                  <a:latin typeface="Calibri" panose="020F0502020204030204" pitchFamily="34" charset="0"/>
                  <a:cs typeface="Calibri" panose="020F0502020204030204" pitchFamily="34" charset="0"/>
                </a:rPr>
                <a:t>Propiedades emergentes</a:t>
              </a:r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6C2B647B-56FB-FBC2-6A78-CBE4E5EF60F1}"/>
                </a:ext>
              </a:extLst>
            </p:cNvPr>
            <p:cNvSpPr txBox="1"/>
            <p:nvPr/>
          </p:nvSpPr>
          <p:spPr>
            <a:xfrm>
              <a:off x="163721" y="6823109"/>
              <a:ext cx="25680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ES" sz="900" b="1" dirty="0">
                  <a:solidFill>
                    <a:srgbClr val="00B0F0"/>
                  </a:solidFill>
                  <a:effectLst>
                    <a:glow rad="127000">
                      <a:schemeClr val="bg1"/>
                    </a:glow>
                  </a:effectLst>
                </a:rPr>
                <a:t>A</a:t>
              </a:r>
            </a:p>
          </p:txBody>
        </p:sp>
      </p:grpSp>
      <p:sp>
        <p:nvSpPr>
          <p:cNvPr id="163" name="TextBox 162">
            <a:extLst>
              <a:ext uri="{FF2B5EF4-FFF2-40B4-BE49-F238E27FC236}">
                <a16:creationId xmlns:a16="http://schemas.microsoft.com/office/drawing/2014/main" id="{B191A0D8-BC2A-B420-3095-A4EE24DE3DA8}"/>
              </a:ext>
            </a:extLst>
          </p:cNvPr>
          <p:cNvSpPr txBox="1"/>
          <p:nvPr/>
        </p:nvSpPr>
        <p:spPr>
          <a:xfrm>
            <a:off x="147587" y="390754"/>
            <a:ext cx="8146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ES"/>
            </a:defPPr>
            <a:lvl1pPr algn="ctr">
              <a:defRPr sz="1100" b="1">
                <a:solidFill>
                  <a:srgbClr val="00B0F0"/>
                </a:solidFill>
                <a:effectLst>
                  <a:glow rad="178202">
                    <a:schemeClr val="bg1"/>
                  </a:glow>
                </a:effectLst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" dirty="0"/>
              <a:t>Conciencia</a:t>
            </a:r>
            <a:endParaRPr lang="en-ES" dirty="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C35D6ABC-C827-C181-E6DB-B7B5F47FA1DC}"/>
              </a:ext>
            </a:extLst>
          </p:cNvPr>
          <p:cNvSpPr txBox="1"/>
          <p:nvPr/>
        </p:nvSpPr>
        <p:spPr>
          <a:xfrm>
            <a:off x="794132" y="2699845"/>
            <a:ext cx="8178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ES"/>
            </a:defPPr>
            <a:lvl1pPr algn="ctr">
              <a:defRPr sz="1100" b="1">
                <a:solidFill>
                  <a:srgbClr val="FFC000"/>
                </a:solidFill>
                <a:effectLst>
                  <a:glow rad="178202">
                    <a:schemeClr val="bg1"/>
                  </a:glow>
                </a:effectLst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" dirty="0">
                <a:solidFill>
                  <a:srgbClr val="00B0F0"/>
                </a:solidFill>
              </a:rPr>
              <a:t>Inmunidad</a:t>
            </a:r>
            <a:endParaRPr lang="en-ES" dirty="0">
              <a:solidFill>
                <a:srgbClr val="00B0F0"/>
              </a:solidFill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0B43950D-FCFF-498B-591F-0DE8F90D450B}"/>
              </a:ext>
            </a:extLst>
          </p:cNvPr>
          <p:cNvSpPr txBox="1"/>
          <p:nvPr/>
        </p:nvSpPr>
        <p:spPr>
          <a:xfrm>
            <a:off x="3068979" y="1146205"/>
            <a:ext cx="9591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ES"/>
            </a:defPPr>
            <a:lvl1pPr algn="ctr">
              <a:defRPr sz="1100" b="1">
                <a:solidFill>
                  <a:srgbClr val="00B0F0"/>
                </a:solidFill>
                <a:effectLst>
                  <a:glow rad="178202">
                    <a:schemeClr val="bg1"/>
                  </a:glow>
                </a:effectLst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" dirty="0"/>
              <a:t>Homeostasis</a:t>
            </a:r>
            <a:endParaRPr lang="en-ES" dirty="0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613034EB-BF11-9350-69B6-90A7FB325E57}"/>
              </a:ext>
            </a:extLst>
          </p:cNvPr>
          <p:cNvSpPr txBox="1"/>
          <p:nvPr/>
        </p:nvSpPr>
        <p:spPr>
          <a:xfrm>
            <a:off x="10310288" y="1109262"/>
            <a:ext cx="9591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ES"/>
            </a:defPPr>
            <a:lvl1pPr algn="ctr">
              <a:defRPr sz="1100" b="1">
                <a:solidFill>
                  <a:srgbClr val="00B0F0"/>
                </a:solidFill>
                <a:effectLst>
                  <a:glow rad="178202">
                    <a:schemeClr val="bg1"/>
                  </a:glow>
                </a:effectLst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" dirty="0"/>
              <a:t>Cultura</a:t>
            </a:r>
            <a:endParaRPr lang="en-ES" dirty="0"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F6F7F6E1-7F6A-60FE-8930-168AEDD7CAB0}"/>
              </a:ext>
            </a:extLst>
          </p:cNvPr>
          <p:cNvSpPr txBox="1"/>
          <p:nvPr/>
        </p:nvSpPr>
        <p:spPr>
          <a:xfrm>
            <a:off x="8065853" y="776750"/>
            <a:ext cx="9591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ES"/>
            </a:defPPr>
            <a:lvl1pPr algn="ctr">
              <a:defRPr sz="1100" b="1">
                <a:solidFill>
                  <a:srgbClr val="00B0F0"/>
                </a:solidFill>
                <a:effectLst>
                  <a:glow rad="178202">
                    <a:schemeClr val="bg1"/>
                  </a:glow>
                </a:effectLst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" dirty="0"/>
              <a:t>Identidad</a:t>
            </a:r>
            <a:endParaRPr lang="en-ES" dirty="0"/>
          </a:p>
        </p:txBody>
      </p:sp>
      <p:pic>
        <p:nvPicPr>
          <p:cNvPr id="7" name="Picture 6" descr="A diagram of a forest with animals&#10;&#10;AI-generated content may be incorrect.">
            <a:extLst>
              <a:ext uri="{FF2B5EF4-FFF2-40B4-BE49-F238E27FC236}">
                <a16:creationId xmlns:a16="http://schemas.microsoft.com/office/drawing/2014/main" id="{AB99BE2A-226E-F83C-76F1-9DA51A3E98F6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72234" y="2912497"/>
            <a:ext cx="3937274" cy="3369502"/>
          </a:xfrm>
          <a:prstGeom prst="rect">
            <a:avLst/>
          </a:prstGeom>
        </p:spPr>
      </p:pic>
      <p:pic>
        <p:nvPicPr>
          <p:cNvPr id="8" name="Picture 7" descr="A diagram of a forest with animals&#10;&#10;AI-generated content may be incorrect.">
            <a:extLst>
              <a:ext uri="{FF2B5EF4-FFF2-40B4-BE49-F238E27FC236}">
                <a16:creationId xmlns:a16="http://schemas.microsoft.com/office/drawing/2014/main" id="{CFEE946F-0E6C-8D4D-937D-4A12FD39D912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108092" y="2702629"/>
            <a:ext cx="1290032" cy="406922"/>
          </a:xfrm>
          <a:prstGeom prst="rect">
            <a:avLst/>
          </a:prstGeom>
        </p:spPr>
      </p:pic>
      <p:pic>
        <p:nvPicPr>
          <p:cNvPr id="22" name="Picture 21" descr="A diagram of a forest with animals&#10;&#10;AI-generated content may be incorrect.">
            <a:extLst>
              <a:ext uri="{FF2B5EF4-FFF2-40B4-BE49-F238E27FC236}">
                <a16:creationId xmlns:a16="http://schemas.microsoft.com/office/drawing/2014/main" id="{2313F790-20AD-3481-D49C-C1EAEEEFF31E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grayscl/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108876" y="2702629"/>
            <a:ext cx="1290032" cy="406922"/>
          </a:xfrm>
          <a:prstGeom prst="rect">
            <a:avLst/>
          </a:prstGeom>
        </p:spPr>
      </p:pic>
      <p:grpSp>
        <p:nvGrpSpPr>
          <p:cNvPr id="239" name="Group 238">
            <a:extLst>
              <a:ext uri="{FF2B5EF4-FFF2-40B4-BE49-F238E27FC236}">
                <a16:creationId xmlns:a16="http://schemas.microsoft.com/office/drawing/2014/main" id="{C964616E-B642-B382-D537-9DF121E192E8}"/>
              </a:ext>
            </a:extLst>
          </p:cNvPr>
          <p:cNvGrpSpPr/>
          <p:nvPr/>
        </p:nvGrpSpPr>
        <p:grpSpPr>
          <a:xfrm>
            <a:off x="3723588" y="4736262"/>
            <a:ext cx="1338114" cy="1004431"/>
            <a:chOff x="3723588" y="4736262"/>
            <a:chExt cx="1338114" cy="1004431"/>
          </a:xfrm>
        </p:grpSpPr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EBF3E4D9-A732-5319-EF3F-3DD83853B429}"/>
                </a:ext>
              </a:extLst>
            </p:cNvPr>
            <p:cNvSpPr/>
            <p:nvPr/>
          </p:nvSpPr>
          <p:spPr>
            <a:xfrm>
              <a:off x="3723588" y="4736262"/>
              <a:ext cx="1338114" cy="829558"/>
            </a:xfrm>
            <a:custGeom>
              <a:avLst/>
              <a:gdLst>
                <a:gd name="connsiteX0" fmla="*/ 122548 w 1338114"/>
                <a:gd name="connsiteY0" fmla="*/ 37707 h 829558"/>
                <a:gd name="connsiteX1" fmla="*/ 122548 w 1338114"/>
                <a:gd name="connsiteY1" fmla="*/ 37707 h 829558"/>
                <a:gd name="connsiteX2" fmla="*/ 9426 w 1338114"/>
                <a:gd name="connsiteY2" fmla="*/ 113121 h 829558"/>
                <a:gd name="connsiteX3" fmla="*/ 18853 w 1338114"/>
                <a:gd name="connsiteY3" fmla="*/ 188536 h 829558"/>
                <a:gd name="connsiteX4" fmla="*/ 37707 w 1338114"/>
                <a:gd name="connsiteY4" fmla="*/ 263950 h 829558"/>
                <a:gd name="connsiteX5" fmla="*/ 28280 w 1338114"/>
                <a:gd name="connsiteY5" fmla="*/ 433633 h 829558"/>
                <a:gd name="connsiteX6" fmla="*/ 9426 w 1338114"/>
                <a:gd name="connsiteY6" fmla="*/ 490193 h 829558"/>
                <a:gd name="connsiteX7" fmla="*/ 0 w 1338114"/>
                <a:gd name="connsiteY7" fmla="*/ 537327 h 829558"/>
                <a:gd name="connsiteX8" fmla="*/ 18853 w 1338114"/>
                <a:gd name="connsiteY8" fmla="*/ 565608 h 829558"/>
                <a:gd name="connsiteX9" fmla="*/ 75414 w 1338114"/>
                <a:gd name="connsiteY9" fmla="*/ 593888 h 829558"/>
                <a:gd name="connsiteX10" fmla="*/ 131975 w 1338114"/>
                <a:gd name="connsiteY10" fmla="*/ 584461 h 829558"/>
                <a:gd name="connsiteX11" fmla="*/ 160255 w 1338114"/>
                <a:gd name="connsiteY11" fmla="*/ 565608 h 829558"/>
                <a:gd name="connsiteX12" fmla="*/ 235670 w 1338114"/>
                <a:gd name="connsiteY12" fmla="*/ 584461 h 829558"/>
                <a:gd name="connsiteX13" fmla="*/ 273377 w 1338114"/>
                <a:gd name="connsiteY13" fmla="*/ 669303 h 829558"/>
                <a:gd name="connsiteX14" fmla="*/ 320511 w 1338114"/>
                <a:gd name="connsiteY14" fmla="*/ 678729 h 829558"/>
                <a:gd name="connsiteX15" fmla="*/ 358218 w 1338114"/>
                <a:gd name="connsiteY15" fmla="*/ 612742 h 829558"/>
                <a:gd name="connsiteX16" fmla="*/ 395925 w 1338114"/>
                <a:gd name="connsiteY16" fmla="*/ 546754 h 829558"/>
                <a:gd name="connsiteX17" fmla="*/ 424206 w 1338114"/>
                <a:gd name="connsiteY17" fmla="*/ 490193 h 829558"/>
                <a:gd name="connsiteX18" fmla="*/ 433633 w 1338114"/>
                <a:gd name="connsiteY18" fmla="*/ 452486 h 829558"/>
                <a:gd name="connsiteX19" fmla="*/ 471340 w 1338114"/>
                <a:gd name="connsiteY19" fmla="*/ 471340 h 829558"/>
                <a:gd name="connsiteX20" fmla="*/ 527901 w 1338114"/>
                <a:gd name="connsiteY20" fmla="*/ 509047 h 829558"/>
                <a:gd name="connsiteX21" fmla="*/ 546754 w 1338114"/>
                <a:gd name="connsiteY21" fmla="*/ 565608 h 829558"/>
                <a:gd name="connsiteX22" fmla="*/ 556181 w 1338114"/>
                <a:gd name="connsiteY22" fmla="*/ 603315 h 829558"/>
                <a:gd name="connsiteX23" fmla="*/ 593888 w 1338114"/>
                <a:gd name="connsiteY23" fmla="*/ 612742 h 829558"/>
                <a:gd name="connsiteX24" fmla="*/ 754144 w 1338114"/>
                <a:gd name="connsiteY24" fmla="*/ 631595 h 829558"/>
                <a:gd name="connsiteX25" fmla="*/ 763571 w 1338114"/>
                <a:gd name="connsiteY25" fmla="*/ 716437 h 829558"/>
                <a:gd name="connsiteX26" fmla="*/ 772998 w 1338114"/>
                <a:gd name="connsiteY26" fmla="*/ 772997 h 829558"/>
                <a:gd name="connsiteX27" fmla="*/ 801278 w 1338114"/>
                <a:gd name="connsiteY27" fmla="*/ 791851 h 829558"/>
                <a:gd name="connsiteX28" fmla="*/ 942680 w 1338114"/>
                <a:gd name="connsiteY28" fmla="*/ 782424 h 829558"/>
                <a:gd name="connsiteX29" fmla="*/ 980387 w 1338114"/>
                <a:gd name="connsiteY29" fmla="*/ 744717 h 829558"/>
                <a:gd name="connsiteX30" fmla="*/ 1008668 w 1338114"/>
                <a:gd name="connsiteY30" fmla="*/ 754144 h 829558"/>
                <a:gd name="connsiteX31" fmla="*/ 1018094 w 1338114"/>
                <a:gd name="connsiteY31" fmla="*/ 782424 h 829558"/>
                <a:gd name="connsiteX32" fmla="*/ 1027521 w 1338114"/>
                <a:gd name="connsiteY32" fmla="*/ 829558 h 829558"/>
                <a:gd name="connsiteX33" fmla="*/ 1150070 w 1338114"/>
                <a:gd name="connsiteY33" fmla="*/ 820132 h 829558"/>
                <a:gd name="connsiteX34" fmla="*/ 1159497 w 1338114"/>
                <a:gd name="connsiteY34" fmla="*/ 772997 h 829558"/>
                <a:gd name="connsiteX35" fmla="*/ 1178350 w 1338114"/>
                <a:gd name="connsiteY35" fmla="*/ 697583 h 829558"/>
                <a:gd name="connsiteX36" fmla="*/ 1178350 w 1338114"/>
                <a:gd name="connsiteY36" fmla="*/ 697583 h 829558"/>
                <a:gd name="connsiteX37" fmla="*/ 1206631 w 1338114"/>
                <a:gd name="connsiteY37" fmla="*/ 688156 h 829558"/>
                <a:gd name="connsiteX38" fmla="*/ 1282045 w 1338114"/>
                <a:gd name="connsiteY38" fmla="*/ 669303 h 829558"/>
                <a:gd name="connsiteX39" fmla="*/ 1310325 w 1338114"/>
                <a:gd name="connsiteY39" fmla="*/ 659876 h 829558"/>
                <a:gd name="connsiteX40" fmla="*/ 1319752 w 1338114"/>
                <a:gd name="connsiteY40" fmla="*/ 480767 h 829558"/>
                <a:gd name="connsiteX41" fmla="*/ 1300899 w 1338114"/>
                <a:gd name="connsiteY41" fmla="*/ 414779 h 829558"/>
                <a:gd name="connsiteX42" fmla="*/ 1272618 w 1338114"/>
                <a:gd name="connsiteY42" fmla="*/ 386499 h 829558"/>
                <a:gd name="connsiteX43" fmla="*/ 1216057 w 1338114"/>
                <a:gd name="connsiteY43" fmla="*/ 348791 h 829558"/>
                <a:gd name="connsiteX44" fmla="*/ 1168923 w 1338114"/>
                <a:gd name="connsiteY44" fmla="*/ 339365 h 829558"/>
                <a:gd name="connsiteX45" fmla="*/ 1074655 w 1338114"/>
                <a:gd name="connsiteY45" fmla="*/ 358218 h 829558"/>
                <a:gd name="connsiteX46" fmla="*/ 1046375 w 1338114"/>
                <a:gd name="connsiteY46" fmla="*/ 367645 h 829558"/>
                <a:gd name="connsiteX47" fmla="*/ 1008668 w 1338114"/>
                <a:gd name="connsiteY47" fmla="*/ 386499 h 829558"/>
                <a:gd name="connsiteX48" fmla="*/ 952107 w 1338114"/>
                <a:gd name="connsiteY48" fmla="*/ 424206 h 829558"/>
                <a:gd name="connsiteX49" fmla="*/ 820132 w 1338114"/>
                <a:gd name="connsiteY49" fmla="*/ 452486 h 829558"/>
                <a:gd name="connsiteX50" fmla="*/ 791851 w 1338114"/>
                <a:gd name="connsiteY50" fmla="*/ 461913 h 829558"/>
                <a:gd name="connsiteX51" fmla="*/ 565608 w 1338114"/>
                <a:gd name="connsiteY51" fmla="*/ 443059 h 829558"/>
                <a:gd name="connsiteX52" fmla="*/ 537327 w 1338114"/>
                <a:gd name="connsiteY52" fmla="*/ 433633 h 829558"/>
                <a:gd name="connsiteX53" fmla="*/ 527901 w 1338114"/>
                <a:gd name="connsiteY53" fmla="*/ 301657 h 829558"/>
                <a:gd name="connsiteX54" fmla="*/ 509047 w 1338114"/>
                <a:gd name="connsiteY54" fmla="*/ 226243 h 829558"/>
                <a:gd name="connsiteX55" fmla="*/ 452486 w 1338114"/>
                <a:gd name="connsiteY55" fmla="*/ 188536 h 829558"/>
                <a:gd name="connsiteX56" fmla="*/ 414779 w 1338114"/>
                <a:gd name="connsiteY56" fmla="*/ 103694 h 829558"/>
                <a:gd name="connsiteX57" fmla="*/ 405352 w 1338114"/>
                <a:gd name="connsiteY57" fmla="*/ 56560 h 829558"/>
                <a:gd name="connsiteX58" fmla="*/ 377072 w 1338114"/>
                <a:gd name="connsiteY58" fmla="*/ 28280 h 829558"/>
                <a:gd name="connsiteX59" fmla="*/ 282804 w 1338114"/>
                <a:gd name="connsiteY59" fmla="*/ 0 h 829558"/>
                <a:gd name="connsiteX60" fmla="*/ 197963 w 1338114"/>
                <a:gd name="connsiteY60" fmla="*/ 9426 h 829558"/>
                <a:gd name="connsiteX61" fmla="*/ 122548 w 1338114"/>
                <a:gd name="connsiteY61" fmla="*/ 37707 h 829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338114" h="829558">
                  <a:moveTo>
                    <a:pt x="122548" y="37707"/>
                  </a:moveTo>
                  <a:lnTo>
                    <a:pt x="122548" y="37707"/>
                  </a:lnTo>
                  <a:cubicBezTo>
                    <a:pt x="84841" y="62845"/>
                    <a:pt x="35100" y="75777"/>
                    <a:pt x="9426" y="113121"/>
                  </a:cubicBezTo>
                  <a:cubicBezTo>
                    <a:pt x="-4926" y="133997"/>
                    <a:pt x="14184" y="163636"/>
                    <a:pt x="18853" y="188536"/>
                  </a:cubicBezTo>
                  <a:cubicBezTo>
                    <a:pt x="23628" y="214004"/>
                    <a:pt x="37707" y="263950"/>
                    <a:pt x="37707" y="263950"/>
                  </a:cubicBezTo>
                  <a:cubicBezTo>
                    <a:pt x="34565" y="320511"/>
                    <a:pt x="35306" y="377422"/>
                    <a:pt x="28280" y="433633"/>
                  </a:cubicBezTo>
                  <a:cubicBezTo>
                    <a:pt x="25815" y="453353"/>
                    <a:pt x="13323" y="470706"/>
                    <a:pt x="9426" y="490193"/>
                  </a:cubicBezTo>
                  <a:lnTo>
                    <a:pt x="0" y="537327"/>
                  </a:lnTo>
                  <a:cubicBezTo>
                    <a:pt x="6284" y="546754"/>
                    <a:pt x="10842" y="557597"/>
                    <a:pt x="18853" y="565608"/>
                  </a:cubicBezTo>
                  <a:cubicBezTo>
                    <a:pt x="37125" y="583880"/>
                    <a:pt x="52415" y="586221"/>
                    <a:pt x="75414" y="593888"/>
                  </a:cubicBezTo>
                  <a:cubicBezTo>
                    <a:pt x="94268" y="590746"/>
                    <a:pt x="113842" y="590505"/>
                    <a:pt x="131975" y="584461"/>
                  </a:cubicBezTo>
                  <a:cubicBezTo>
                    <a:pt x="142723" y="580878"/>
                    <a:pt x="149013" y="567013"/>
                    <a:pt x="160255" y="565608"/>
                  </a:cubicBezTo>
                  <a:cubicBezTo>
                    <a:pt x="176798" y="563540"/>
                    <a:pt x="217203" y="578306"/>
                    <a:pt x="235670" y="584461"/>
                  </a:cubicBezTo>
                  <a:cubicBezTo>
                    <a:pt x="238068" y="591656"/>
                    <a:pt x="254923" y="658758"/>
                    <a:pt x="273377" y="669303"/>
                  </a:cubicBezTo>
                  <a:cubicBezTo>
                    <a:pt x="287288" y="677252"/>
                    <a:pt x="304800" y="675587"/>
                    <a:pt x="320511" y="678729"/>
                  </a:cubicBezTo>
                  <a:cubicBezTo>
                    <a:pt x="369183" y="646282"/>
                    <a:pt x="336584" y="677642"/>
                    <a:pt x="358218" y="612742"/>
                  </a:cubicBezTo>
                  <a:cubicBezTo>
                    <a:pt x="374742" y="563170"/>
                    <a:pt x="375241" y="588123"/>
                    <a:pt x="395925" y="546754"/>
                  </a:cubicBezTo>
                  <a:cubicBezTo>
                    <a:pt x="434949" y="468704"/>
                    <a:pt x="370178" y="571235"/>
                    <a:pt x="424206" y="490193"/>
                  </a:cubicBezTo>
                  <a:cubicBezTo>
                    <a:pt x="427348" y="477624"/>
                    <a:pt x="421604" y="457298"/>
                    <a:pt x="433633" y="452486"/>
                  </a:cubicBezTo>
                  <a:cubicBezTo>
                    <a:pt x="446681" y="447267"/>
                    <a:pt x="459290" y="464110"/>
                    <a:pt x="471340" y="471340"/>
                  </a:cubicBezTo>
                  <a:cubicBezTo>
                    <a:pt x="490770" y="482998"/>
                    <a:pt x="527901" y="509047"/>
                    <a:pt x="527901" y="509047"/>
                  </a:cubicBezTo>
                  <a:cubicBezTo>
                    <a:pt x="534185" y="527901"/>
                    <a:pt x="541934" y="546328"/>
                    <a:pt x="546754" y="565608"/>
                  </a:cubicBezTo>
                  <a:cubicBezTo>
                    <a:pt x="549896" y="578177"/>
                    <a:pt x="547020" y="594154"/>
                    <a:pt x="556181" y="603315"/>
                  </a:cubicBezTo>
                  <a:cubicBezTo>
                    <a:pt x="565342" y="612476"/>
                    <a:pt x="581431" y="609183"/>
                    <a:pt x="593888" y="612742"/>
                  </a:cubicBezTo>
                  <a:cubicBezTo>
                    <a:pt x="679590" y="637229"/>
                    <a:pt x="543106" y="616522"/>
                    <a:pt x="754144" y="631595"/>
                  </a:cubicBezTo>
                  <a:cubicBezTo>
                    <a:pt x="776140" y="697583"/>
                    <a:pt x="779283" y="669302"/>
                    <a:pt x="763571" y="716437"/>
                  </a:cubicBezTo>
                  <a:cubicBezTo>
                    <a:pt x="766713" y="735290"/>
                    <a:pt x="764450" y="755901"/>
                    <a:pt x="772998" y="772997"/>
                  </a:cubicBezTo>
                  <a:cubicBezTo>
                    <a:pt x="778065" y="783130"/>
                    <a:pt x="789966" y="791223"/>
                    <a:pt x="801278" y="791851"/>
                  </a:cubicBezTo>
                  <a:cubicBezTo>
                    <a:pt x="848444" y="794471"/>
                    <a:pt x="895546" y="785566"/>
                    <a:pt x="942680" y="782424"/>
                  </a:cubicBezTo>
                  <a:cubicBezTo>
                    <a:pt x="955249" y="769855"/>
                    <a:pt x="964049" y="751719"/>
                    <a:pt x="980387" y="744717"/>
                  </a:cubicBezTo>
                  <a:cubicBezTo>
                    <a:pt x="989521" y="740803"/>
                    <a:pt x="1001642" y="747118"/>
                    <a:pt x="1008668" y="754144"/>
                  </a:cubicBezTo>
                  <a:cubicBezTo>
                    <a:pt x="1015694" y="761170"/>
                    <a:pt x="1015684" y="772784"/>
                    <a:pt x="1018094" y="782424"/>
                  </a:cubicBezTo>
                  <a:cubicBezTo>
                    <a:pt x="1021980" y="797968"/>
                    <a:pt x="1024379" y="813847"/>
                    <a:pt x="1027521" y="829558"/>
                  </a:cubicBezTo>
                  <a:lnTo>
                    <a:pt x="1150070" y="820132"/>
                  </a:lnTo>
                  <a:cubicBezTo>
                    <a:pt x="1164797" y="813820"/>
                    <a:pt x="1155894" y="788610"/>
                    <a:pt x="1159497" y="772997"/>
                  </a:cubicBezTo>
                  <a:cubicBezTo>
                    <a:pt x="1165323" y="747749"/>
                    <a:pt x="1172066" y="722721"/>
                    <a:pt x="1178350" y="697583"/>
                  </a:cubicBezTo>
                  <a:lnTo>
                    <a:pt x="1178350" y="697583"/>
                  </a:lnTo>
                  <a:cubicBezTo>
                    <a:pt x="1187777" y="694441"/>
                    <a:pt x="1197044" y="690771"/>
                    <a:pt x="1206631" y="688156"/>
                  </a:cubicBezTo>
                  <a:cubicBezTo>
                    <a:pt x="1231630" y="681338"/>
                    <a:pt x="1257463" y="677497"/>
                    <a:pt x="1282045" y="669303"/>
                  </a:cubicBezTo>
                  <a:lnTo>
                    <a:pt x="1310325" y="659876"/>
                  </a:lnTo>
                  <a:cubicBezTo>
                    <a:pt x="1355932" y="591465"/>
                    <a:pt x="1335173" y="634972"/>
                    <a:pt x="1319752" y="480767"/>
                  </a:cubicBezTo>
                  <a:cubicBezTo>
                    <a:pt x="1319383" y="477073"/>
                    <a:pt x="1305627" y="421871"/>
                    <a:pt x="1300899" y="414779"/>
                  </a:cubicBezTo>
                  <a:cubicBezTo>
                    <a:pt x="1293504" y="403687"/>
                    <a:pt x="1283141" y="394684"/>
                    <a:pt x="1272618" y="386499"/>
                  </a:cubicBezTo>
                  <a:cubicBezTo>
                    <a:pt x="1254732" y="372587"/>
                    <a:pt x="1238276" y="353235"/>
                    <a:pt x="1216057" y="348791"/>
                  </a:cubicBezTo>
                  <a:lnTo>
                    <a:pt x="1168923" y="339365"/>
                  </a:lnTo>
                  <a:cubicBezTo>
                    <a:pt x="1124478" y="346772"/>
                    <a:pt x="1114031" y="346968"/>
                    <a:pt x="1074655" y="358218"/>
                  </a:cubicBezTo>
                  <a:cubicBezTo>
                    <a:pt x="1065101" y="360948"/>
                    <a:pt x="1055508" y="363731"/>
                    <a:pt x="1046375" y="367645"/>
                  </a:cubicBezTo>
                  <a:cubicBezTo>
                    <a:pt x="1033459" y="373181"/>
                    <a:pt x="1020718" y="379269"/>
                    <a:pt x="1008668" y="386499"/>
                  </a:cubicBezTo>
                  <a:cubicBezTo>
                    <a:pt x="989238" y="398157"/>
                    <a:pt x="973604" y="417041"/>
                    <a:pt x="952107" y="424206"/>
                  </a:cubicBezTo>
                  <a:cubicBezTo>
                    <a:pt x="871512" y="451070"/>
                    <a:pt x="915266" y="440594"/>
                    <a:pt x="820132" y="452486"/>
                  </a:cubicBezTo>
                  <a:cubicBezTo>
                    <a:pt x="810705" y="455628"/>
                    <a:pt x="801788" y="461913"/>
                    <a:pt x="791851" y="461913"/>
                  </a:cubicBezTo>
                  <a:cubicBezTo>
                    <a:pt x="685561" y="461913"/>
                    <a:pt x="644762" y="465673"/>
                    <a:pt x="565608" y="443059"/>
                  </a:cubicBezTo>
                  <a:cubicBezTo>
                    <a:pt x="556053" y="440329"/>
                    <a:pt x="546754" y="436775"/>
                    <a:pt x="537327" y="433633"/>
                  </a:cubicBezTo>
                  <a:cubicBezTo>
                    <a:pt x="493373" y="367699"/>
                    <a:pt x="535367" y="443515"/>
                    <a:pt x="527901" y="301657"/>
                  </a:cubicBezTo>
                  <a:cubicBezTo>
                    <a:pt x="526539" y="275781"/>
                    <a:pt x="530607" y="240616"/>
                    <a:pt x="509047" y="226243"/>
                  </a:cubicBezTo>
                  <a:lnTo>
                    <a:pt x="452486" y="188536"/>
                  </a:lnTo>
                  <a:cubicBezTo>
                    <a:pt x="429919" y="154683"/>
                    <a:pt x="424394" y="151770"/>
                    <a:pt x="414779" y="103694"/>
                  </a:cubicBezTo>
                  <a:cubicBezTo>
                    <a:pt x="411637" y="87983"/>
                    <a:pt x="412517" y="70891"/>
                    <a:pt x="405352" y="56560"/>
                  </a:cubicBezTo>
                  <a:cubicBezTo>
                    <a:pt x="399390" y="44636"/>
                    <a:pt x="388726" y="34754"/>
                    <a:pt x="377072" y="28280"/>
                  </a:cubicBezTo>
                  <a:cubicBezTo>
                    <a:pt x="358290" y="17845"/>
                    <a:pt x="307150" y="6086"/>
                    <a:pt x="282804" y="0"/>
                  </a:cubicBezTo>
                  <a:cubicBezTo>
                    <a:pt x="254524" y="3142"/>
                    <a:pt x="225865" y="3846"/>
                    <a:pt x="197963" y="9426"/>
                  </a:cubicBezTo>
                  <a:cubicBezTo>
                    <a:pt x="98723" y="29274"/>
                    <a:pt x="135117" y="32994"/>
                    <a:pt x="122548" y="37707"/>
                  </a:cubicBezTo>
                  <a:close/>
                </a:path>
              </a:pathLst>
            </a:custGeom>
            <a:noFill/>
            <a:ln w="3492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ES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3BDA7BC3-1A90-8BD9-641C-4DFBFC97E668}"/>
                </a:ext>
              </a:extLst>
            </p:cNvPr>
            <p:cNvSpPr txBox="1"/>
            <p:nvPr/>
          </p:nvSpPr>
          <p:spPr>
            <a:xfrm>
              <a:off x="3873672" y="5479083"/>
              <a:ext cx="88678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ES"/>
              </a:defPPr>
              <a:lvl1pPr>
                <a:defRPr sz="1200" b="1">
                  <a:solidFill>
                    <a:srgbClr val="C00000"/>
                  </a:solidFill>
                  <a:effectLst>
                    <a:glow rad="178202">
                      <a:schemeClr val="bg1">
                        <a:alpha val="40000"/>
                      </a:schemeClr>
                    </a:glow>
                  </a:effectLst>
                  <a:latin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r>
                <a:rPr lang="en-ES" sz="1100" dirty="0"/>
                <a:t>Poblaciones</a:t>
              </a:r>
            </a:p>
          </p:txBody>
        </p:sp>
      </p:grp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2048A287-3732-1D19-19EB-88EF70835EE7}"/>
              </a:ext>
            </a:extLst>
          </p:cNvPr>
          <p:cNvGrpSpPr/>
          <p:nvPr/>
        </p:nvGrpSpPr>
        <p:grpSpPr>
          <a:xfrm>
            <a:off x="3553905" y="2738996"/>
            <a:ext cx="3902697" cy="3571542"/>
            <a:chOff x="3553905" y="2738996"/>
            <a:chExt cx="3902697" cy="3571542"/>
          </a:xfrm>
        </p:grpSpPr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21866447-5EBC-0000-36F4-2EC42C21ACAD}"/>
                </a:ext>
              </a:extLst>
            </p:cNvPr>
            <p:cNvSpPr/>
            <p:nvPr/>
          </p:nvSpPr>
          <p:spPr>
            <a:xfrm>
              <a:off x="3553905" y="2747206"/>
              <a:ext cx="3902697" cy="3563332"/>
            </a:xfrm>
            <a:custGeom>
              <a:avLst/>
              <a:gdLst>
                <a:gd name="connsiteX0" fmla="*/ 103695 w 3902697"/>
                <a:gd name="connsiteY0" fmla="*/ 2017336 h 3563332"/>
                <a:gd name="connsiteX1" fmla="*/ 103695 w 3902697"/>
                <a:gd name="connsiteY1" fmla="*/ 2017336 h 3563332"/>
                <a:gd name="connsiteX2" fmla="*/ 75415 w 3902697"/>
                <a:gd name="connsiteY2" fmla="*/ 1904214 h 3563332"/>
                <a:gd name="connsiteX3" fmla="*/ 37707 w 3902697"/>
                <a:gd name="connsiteY3" fmla="*/ 1838227 h 3563332"/>
                <a:gd name="connsiteX4" fmla="*/ 47134 w 3902697"/>
                <a:gd name="connsiteY4" fmla="*/ 1706251 h 3563332"/>
                <a:gd name="connsiteX5" fmla="*/ 56561 w 3902697"/>
                <a:gd name="connsiteY5" fmla="*/ 1640264 h 3563332"/>
                <a:gd name="connsiteX6" fmla="*/ 37707 w 3902697"/>
                <a:gd name="connsiteY6" fmla="*/ 1564849 h 3563332"/>
                <a:gd name="connsiteX7" fmla="*/ 9427 w 3902697"/>
                <a:gd name="connsiteY7" fmla="*/ 1480008 h 3563332"/>
                <a:gd name="connsiteX8" fmla="*/ 0 w 3902697"/>
                <a:gd name="connsiteY8" fmla="*/ 1451728 h 3563332"/>
                <a:gd name="connsiteX9" fmla="*/ 9427 w 3902697"/>
                <a:gd name="connsiteY9" fmla="*/ 1366886 h 3563332"/>
                <a:gd name="connsiteX10" fmla="*/ 28281 w 3902697"/>
                <a:gd name="connsiteY10" fmla="*/ 1282045 h 3563332"/>
                <a:gd name="connsiteX11" fmla="*/ 56561 w 3902697"/>
                <a:gd name="connsiteY11" fmla="*/ 1206631 h 3563332"/>
                <a:gd name="connsiteX12" fmla="*/ 65988 w 3902697"/>
                <a:gd name="connsiteY12" fmla="*/ 1178350 h 3563332"/>
                <a:gd name="connsiteX13" fmla="*/ 84841 w 3902697"/>
                <a:gd name="connsiteY13" fmla="*/ 1102936 h 3563332"/>
                <a:gd name="connsiteX14" fmla="*/ 94268 w 3902697"/>
                <a:gd name="connsiteY14" fmla="*/ 1074656 h 3563332"/>
                <a:gd name="connsiteX15" fmla="*/ 103695 w 3902697"/>
                <a:gd name="connsiteY15" fmla="*/ 1036948 h 3563332"/>
                <a:gd name="connsiteX16" fmla="*/ 122549 w 3902697"/>
                <a:gd name="connsiteY16" fmla="*/ 1008668 h 3563332"/>
                <a:gd name="connsiteX17" fmla="*/ 131975 w 3902697"/>
                <a:gd name="connsiteY17" fmla="*/ 970961 h 3563332"/>
                <a:gd name="connsiteX18" fmla="*/ 207390 w 3902697"/>
                <a:gd name="connsiteY18" fmla="*/ 886119 h 3563332"/>
                <a:gd name="connsiteX19" fmla="*/ 245097 w 3902697"/>
                <a:gd name="connsiteY19" fmla="*/ 829559 h 3563332"/>
                <a:gd name="connsiteX20" fmla="*/ 254524 w 3902697"/>
                <a:gd name="connsiteY20" fmla="*/ 782425 h 3563332"/>
                <a:gd name="connsiteX21" fmla="*/ 292231 w 3902697"/>
                <a:gd name="connsiteY21" fmla="*/ 659876 h 3563332"/>
                <a:gd name="connsiteX22" fmla="*/ 301658 w 3902697"/>
                <a:gd name="connsiteY22" fmla="*/ 631596 h 3563332"/>
                <a:gd name="connsiteX23" fmla="*/ 339365 w 3902697"/>
                <a:gd name="connsiteY23" fmla="*/ 556181 h 3563332"/>
                <a:gd name="connsiteX24" fmla="*/ 405353 w 3902697"/>
                <a:gd name="connsiteY24" fmla="*/ 518474 h 3563332"/>
                <a:gd name="connsiteX25" fmla="*/ 546755 w 3902697"/>
                <a:gd name="connsiteY25" fmla="*/ 461913 h 3563332"/>
                <a:gd name="connsiteX26" fmla="*/ 603316 w 3902697"/>
                <a:gd name="connsiteY26" fmla="*/ 386499 h 3563332"/>
                <a:gd name="connsiteX27" fmla="*/ 622169 w 3902697"/>
                <a:gd name="connsiteY27" fmla="*/ 311084 h 3563332"/>
                <a:gd name="connsiteX28" fmla="*/ 612742 w 3902697"/>
                <a:gd name="connsiteY28" fmla="*/ 188536 h 3563332"/>
                <a:gd name="connsiteX29" fmla="*/ 612742 w 3902697"/>
                <a:gd name="connsiteY29" fmla="*/ 47134 h 3563332"/>
                <a:gd name="connsiteX30" fmla="*/ 622169 w 3902697"/>
                <a:gd name="connsiteY30" fmla="*/ 18853 h 3563332"/>
                <a:gd name="connsiteX31" fmla="*/ 650450 w 3902697"/>
                <a:gd name="connsiteY31" fmla="*/ 0 h 3563332"/>
                <a:gd name="connsiteX32" fmla="*/ 810705 w 3902697"/>
                <a:gd name="connsiteY32" fmla="*/ 18853 h 3563332"/>
                <a:gd name="connsiteX33" fmla="*/ 895547 w 3902697"/>
                <a:gd name="connsiteY33" fmla="*/ 37707 h 3563332"/>
                <a:gd name="connsiteX34" fmla="*/ 980388 w 3902697"/>
                <a:gd name="connsiteY34" fmla="*/ 94268 h 3563332"/>
                <a:gd name="connsiteX35" fmla="*/ 1008668 w 3902697"/>
                <a:gd name="connsiteY35" fmla="*/ 113122 h 3563332"/>
                <a:gd name="connsiteX36" fmla="*/ 1102936 w 3902697"/>
                <a:gd name="connsiteY36" fmla="*/ 179109 h 3563332"/>
                <a:gd name="connsiteX37" fmla="*/ 1131217 w 3902697"/>
                <a:gd name="connsiteY37" fmla="*/ 197963 h 3563332"/>
                <a:gd name="connsiteX38" fmla="*/ 1159497 w 3902697"/>
                <a:gd name="connsiteY38" fmla="*/ 207390 h 3563332"/>
                <a:gd name="connsiteX39" fmla="*/ 1216058 w 3902697"/>
                <a:gd name="connsiteY39" fmla="*/ 197963 h 3563332"/>
                <a:gd name="connsiteX40" fmla="*/ 1244338 w 3902697"/>
                <a:gd name="connsiteY40" fmla="*/ 179109 h 3563332"/>
                <a:gd name="connsiteX41" fmla="*/ 1272619 w 3902697"/>
                <a:gd name="connsiteY41" fmla="*/ 169682 h 3563332"/>
                <a:gd name="connsiteX42" fmla="*/ 1329180 w 3902697"/>
                <a:gd name="connsiteY42" fmla="*/ 113122 h 3563332"/>
                <a:gd name="connsiteX43" fmla="*/ 1366887 w 3902697"/>
                <a:gd name="connsiteY43" fmla="*/ 56561 h 3563332"/>
                <a:gd name="connsiteX44" fmla="*/ 1395167 w 3902697"/>
                <a:gd name="connsiteY44" fmla="*/ 37707 h 3563332"/>
                <a:gd name="connsiteX45" fmla="*/ 1461155 w 3902697"/>
                <a:gd name="connsiteY45" fmla="*/ 18853 h 3563332"/>
                <a:gd name="connsiteX46" fmla="*/ 1734532 w 3902697"/>
                <a:gd name="connsiteY46" fmla="*/ 28280 h 3563332"/>
                <a:gd name="connsiteX47" fmla="*/ 1762813 w 3902697"/>
                <a:gd name="connsiteY47" fmla="*/ 37707 h 3563332"/>
                <a:gd name="connsiteX48" fmla="*/ 1791093 w 3902697"/>
                <a:gd name="connsiteY48" fmla="*/ 65988 h 3563332"/>
                <a:gd name="connsiteX49" fmla="*/ 1809947 w 3902697"/>
                <a:gd name="connsiteY49" fmla="*/ 103695 h 3563332"/>
                <a:gd name="connsiteX50" fmla="*/ 1828800 w 3902697"/>
                <a:gd name="connsiteY50" fmla="*/ 197963 h 3563332"/>
                <a:gd name="connsiteX51" fmla="*/ 1819373 w 3902697"/>
                <a:gd name="connsiteY51" fmla="*/ 263950 h 3563332"/>
                <a:gd name="connsiteX52" fmla="*/ 1828800 w 3902697"/>
                <a:gd name="connsiteY52" fmla="*/ 292231 h 3563332"/>
                <a:gd name="connsiteX53" fmla="*/ 1847654 w 3902697"/>
                <a:gd name="connsiteY53" fmla="*/ 263950 h 3563332"/>
                <a:gd name="connsiteX54" fmla="*/ 1904215 w 3902697"/>
                <a:gd name="connsiteY54" fmla="*/ 216816 h 3563332"/>
                <a:gd name="connsiteX55" fmla="*/ 2026763 w 3902697"/>
                <a:gd name="connsiteY55" fmla="*/ 235670 h 3563332"/>
                <a:gd name="connsiteX56" fmla="*/ 2055043 w 3902697"/>
                <a:gd name="connsiteY56" fmla="*/ 254524 h 3563332"/>
                <a:gd name="connsiteX57" fmla="*/ 2102177 w 3902697"/>
                <a:gd name="connsiteY57" fmla="*/ 320511 h 3563332"/>
                <a:gd name="connsiteX58" fmla="*/ 2130458 w 3902697"/>
                <a:gd name="connsiteY58" fmla="*/ 348792 h 3563332"/>
                <a:gd name="connsiteX59" fmla="*/ 2168165 w 3902697"/>
                <a:gd name="connsiteY59" fmla="*/ 414779 h 3563332"/>
                <a:gd name="connsiteX60" fmla="*/ 2224726 w 3902697"/>
                <a:gd name="connsiteY60" fmla="*/ 461913 h 3563332"/>
                <a:gd name="connsiteX61" fmla="*/ 2253006 w 3902697"/>
                <a:gd name="connsiteY61" fmla="*/ 443060 h 3563332"/>
                <a:gd name="connsiteX62" fmla="*/ 2290714 w 3902697"/>
                <a:gd name="connsiteY62" fmla="*/ 358218 h 3563332"/>
                <a:gd name="connsiteX63" fmla="*/ 2318994 w 3902697"/>
                <a:gd name="connsiteY63" fmla="*/ 348792 h 3563332"/>
                <a:gd name="connsiteX64" fmla="*/ 2479250 w 3902697"/>
                <a:gd name="connsiteY64" fmla="*/ 367645 h 3563332"/>
                <a:gd name="connsiteX65" fmla="*/ 2507530 w 3902697"/>
                <a:gd name="connsiteY65" fmla="*/ 386499 h 3563332"/>
                <a:gd name="connsiteX66" fmla="*/ 2554664 w 3902697"/>
                <a:gd name="connsiteY66" fmla="*/ 452486 h 3563332"/>
                <a:gd name="connsiteX67" fmla="*/ 2620652 w 3902697"/>
                <a:gd name="connsiteY67" fmla="*/ 358218 h 3563332"/>
                <a:gd name="connsiteX68" fmla="*/ 2639505 w 3902697"/>
                <a:gd name="connsiteY68" fmla="*/ 329938 h 3563332"/>
                <a:gd name="connsiteX69" fmla="*/ 2696066 w 3902697"/>
                <a:gd name="connsiteY69" fmla="*/ 292231 h 3563332"/>
                <a:gd name="connsiteX70" fmla="*/ 2865749 w 3902697"/>
                <a:gd name="connsiteY70" fmla="*/ 282804 h 3563332"/>
                <a:gd name="connsiteX71" fmla="*/ 3035431 w 3902697"/>
                <a:gd name="connsiteY71" fmla="*/ 254524 h 3563332"/>
                <a:gd name="connsiteX72" fmla="*/ 3120272 w 3902697"/>
                <a:gd name="connsiteY72" fmla="*/ 273377 h 3563332"/>
                <a:gd name="connsiteX73" fmla="*/ 3148553 w 3902697"/>
                <a:gd name="connsiteY73" fmla="*/ 282804 h 3563332"/>
                <a:gd name="connsiteX74" fmla="*/ 3214540 w 3902697"/>
                <a:gd name="connsiteY74" fmla="*/ 301658 h 3563332"/>
                <a:gd name="connsiteX75" fmla="*/ 3271101 w 3902697"/>
                <a:gd name="connsiteY75" fmla="*/ 339365 h 3563332"/>
                <a:gd name="connsiteX76" fmla="*/ 3327662 w 3902697"/>
                <a:gd name="connsiteY76" fmla="*/ 367645 h 3563332"/>
                <a:gd name="connsiteX77" fmla="*/ 3393650 w 3902697"/>
                <a:gd name="connsiteY77" fmla="*/ 386499 h 3563332"/>
                <a:gd name="connsiteX78" fmla="*/ 3450210 w 3902697"/>
                <a:gd name="connsiteY78" fmla="*/ 405352 h 3563332"/>
                <a:gd name="connsiteX79" fmla="*/ 3478491 w 3902697"/>
                <a:gd name="connsiteY79" fmla="*/ 424206 h 3563332"/>
                <a:gd name="connsiteX80" fmla="*/ 3535052 w 3902697"/>
                <a:gd name="connsiteY80" fmla="*/ 471340 h 3563332"/>
                <a:gd name="connsiteX81" fmla="*/ 3553905 w 3902697"/>
                <a:gd name="connsiteY81" fmla="*/ 499621 h 3563332"/>
                <a:gd name="connsiteX82" fmla="*/ 3572759 w 3902697"/>
                <a:gd name="connsiteY82" fmla="*/ 556181 h 3563332"/>
                <a:gd name="connsiteX83" fmla="*/ 3591613 w 3902697"/>
                <a:gd name="connsiteY83" fmla="*/ 641023 h 3563332"/>
                <a:gd name="connsiteX84" fmla="*/ 3629320 w 3902697"/>
                <a:gd name="connsiteY84" fmla="*/ 735291 h 3563332"/>
                <a:gd name="connsiteX85" fmla="*/ 3657600 w 3902697"/>
                <a:gd name="connsiteY85" fmla="*/ 754144 h 3563332"/>
                <a:gd name="connsiteX86" fmla="*/ 3685881 w 3902697"/>
                <a:gd name="connsiteY86" fmla="*/ 810705 h 3563332"/>
                <a:gd name="connsiteX87" fmla="*/ 3695307 w 3902697"/>
                <a:gd name="connsiteY87" fmla="*/ 848412 h 3563332"/>
                <a:gd name="connsiteX88" fmla="*/ 3761295 w 3902697"/>
                <a:gd name="connsiteY88" fmla="*/ 933253 h 3563332"/>
                <a:gd name="connsiteX89" fmla="*/ 3780149 w 3902697"/>
                <a:gd name="connsiteY89" fmla="*/ 961534 h 3563332"/>
                <a:gd name="connsiteX90" fmla="*/ 3780149 w 3902697"/>
                <a:gd name="connsiteY90" fmla="*/ 1093509 h 3563332"/>
                <a:gd name="connsiteX91" fmla="*/ 3827283 w 3902697"/>
                <a:gd name="connsiteY91" fmla="*/ 1178350 h 3563332"/>
                <a:gd name="connsiteX92" fmla="*/ 3864990 w 3902697"/>
                <a:gd name="connsiteY92" fmla="*/ 1234911 h 3563332"/>
                <a:gd name="connsiteX93" fmla="*/ 3883843 w 3902697"/>
                <a:gd name="connsiteY93" fmla="*/ 1263192 h 3563332"/>
                <a:gd name="connsiteX94" fmla="*/ 3902697 w 3902697"/>
                <a:gd name="connsiteY94" fmla="*/ 1319752 h 3563332"/>
                <a:gd name="connsiteX95" fmla="*/ 3893270 w 3902697"/>
                <a:gd name="connsiteY95" fmla="*/ 1414021 h 3563332"/>
                <a:gd name="connsiteX96" fmla="*/ 3874417 w 3902697"/>
                <a:gd name="connsiteY96" fmla="*/ 1442301 h 3563332"/>
                <a:gd name="connsiteX97" fmla="*/ 3846136 w 3902697"/>
                <a:gd name="connsiteY97" fmla="*/ 1480008 h 3563332"/>
                <a:gd name="connsiteX98" fmla="*/ 3789575 w 3902697"/>
                <a:gd name="connsiteY98" fmla="*/ 1536569 h 3563332"/>
                <a:gd name="connsiteX99" fmla="*/ 3799002 w 3902697"/>
                <a:gd name="connsiteY99" fmla="*/ 1564849 h 3563332"/>
                <a:gd name="connsiteX100" fmla="*/ 3827283 w 3902697"/>
                <a:gd name="connsiteY100" fmla="*/ 1574276 h 3563332"/>
                <a:gd name="connsiteX101" fmla="*/ 3855563 w 3902697"/>
                <a:gd name="connsiteY101" fmla="*/ 1593130 h 3563332"/>
                <a:gd name="connsiteX102" fmla="*/ 3874417 w 3902697"/>
                <a:gd name="connsiteY102" fmla="*/ 1621410 h 3563332"/>
                <a:gd name="connsiteX103" fmla="*/ 3893270 w 3902697"/>
                <a:gd name="connsiteY103" fmla="*/ 1696825 h 3563332"/>
                <a:gd name="connsiteX104" fmla="*/ 3883843 w 3902697"/>
                <a:gd name="connsiteY104" fmla="*/ 1819373 h 3563332"/>
                <a:gd name="connsiteX105" fmla="*/ 3874417 w 3902697"/>
                <a:gd name="connsiteY105" fmla="*/ 1847653 h 3563332"/>
                <a:gd name="connsiteX106" fmla="*/ 3846136 w 3902697"/>
                <a:gd name="connsiteY106" fmla="*/ 1857080 h 3563332"/>
                <a:gd name="connsiteX107" fmla="*/ 3799002 w 3902697"/>
                <a:gd name="connsiteY107" fmla="*/ 1875934 h 3563332"/>
                <a:gd name="connsiteX108" fmla="*/ 3770722 w 3902697"/>
                <a:gd name="connsiteY108" fmla="*/ 1904214 h 3563332"/>
                <a:gd name="connsiteX109" fmla="*/ 3742441 w 3902697"/>
                <a:gd name="connsiteY109" fmla="*/ 1913641 h 3563332"/>
                <a:gd name="connsiteX110" fmla="*/ 3704734 w 3902697"/>
                <a:gd name="connsiteY110" fmla="*/ 1941922 h 3563332"/>
                <a:gd name="connsiteX111" fmla="*/ 3789575 w 3902697"/>
                <a:gd name="connsiteY111" fmla="*/ 1979629 h 3563332"/>
                <a:gd name="connsiteX112" fmla="*/ 3799002 w 3902697"/>
                <a:gd name="connsiteY112" fmla="*/ 2139884 h 3563332"/>
                <a:gd name="connsiteX113" fmla="*/ 3742441 w 3902697"/>
                <a:gd name="connsiteY113" fmla="*/ 2224726 h 3563332"/>
                <a:gd name="connsiteX114" fmla="*/ 3723588 w 3902697"/>
                <a:gd name="connsiteY114" fmla="*/ 2253006 h 3563332"/>
                <a:gd name="connsiteX115" fmla="*/ 3733015 w 3902697"/>
                <a:gd name="connsiteY115" fmla="*/ 2309567 h 3563332"/>
                <a:gd name="connsiteX116" fmla="*/ 3770722 w 3902697"/>
                <a:gd name="connsiteY116" fmla="*/ 2366128 h 3563332"/>
                <a:gd name="connsiteX117" fmla="*/ 3733015 w 3902697"/>
                <a:gd name="connsiteY117" fmla="*/ 2460396 h 3563332"/>
                <a:gd name="connsiteX118" fmla="*/ 3723588 w 3902697"/>
                <a:gd name="connsiteY118" fmla="*/ 2488676 h 3563332"/>
                <a:gd name="connsiteX119" fmla="*/ 3733015 w 3902697"/>
                <a:gd name="connsiteY119" fmla="*/ 2554664 h 3563332"/>
                <a:gd name="connsiteX120" fmla="*/ 3770722 w 3902697"/>
                <a:gd name="connsiteY120" fmla="*/ 2611225 h 3563332"/>
                <a:gd name="connsiteX121" fmla="*/ 3780149 w 3902697"/>
                <a:gd name="connsiteY121" fmla="*/ 2639505 h 3563332"/>
                <a:gd name="connsiteX122" fmla="*/ 3770722 w 3902697"/>
                <a:gd name="connsiteY122" fmla="*/ 2771480 h 3563332"/>
                <a:gd name="connsiteX123" fmla="*/ 3751868 w 3902697"/>
                <a:gd name="connsiteY123" fmla="*/ 2828041 h 3563332"/>
                <a:gd name="connsiteX124" fmla="*/ 3723588 w 3902697"/>
                <a:gd name="connsiteY124" fmla="*/ 2856322 h 3563332"/>
                <a:gd name="connsiteX125" fmla="*/ 3751868 w 3902697"/>
                <a:gd name="connsiteY125" fmla="*/ 2884602 h 3563332"/>
                <a:gd name="connsiteX126" fmla="*/ 3770722 w 3902697"/>
                <a:gd name="connsiteY126" fmla="*/ 2941163 h 3563332"/>
                <a:gd name="connsiteX127" fmla="*/ 3761295 w 3902697"/>
                <a:gd name="connsiteY127" fmla="*/ 3035431 h 3563332"/>
                <a:gd name="connsiteX128" fmla="*/ 3751868 w 3902697"/>
                <a:gd name="connsiteY128" fmla="*/ 3063711 h 3563332"/>
                <a:gd name="connsiteX129" fmla="*/ 3742441 w 3902697"/>
                <a:gd name="connsiteY129" fmla="*/ 3101418 h 3563332"/>
                <a:gd name="connsiteX130" fmla="*/ 3723588 w 3902697"/>
                <a:gd name="connsiteY130" fmla="*/ 3157979 h 3563332"/>
                <a:gd name="connsiteX131" fmla="*/ 3667027 w 3902697"/>
                <a:gd name="connsiteY131" fmla="*/ 3242821 h 3563332"/>
                <a:gd name="connsiteX132" fmla="*/ 3648173 w 3902697"/>
                <a:gd name="connsiteY132" fmla="*/ 3271101 h 3563332"/>
                <a:gd name="connsiteX133" fmla="*/ 3610466 w 3902697"/>
                <a:gd name="connsiteY133" fmla="*/ 3308808 h 3563332"/>
                <a:gd name="connsiteX134" fmla="*/ 3591613 w 3902697"/>
                <a:gd name="connsiteY134" fmla="*/ 3337089 h 3563332"/>
                <a:gd name="connsiteX135" fmla="*/ 3553905 w 3902697"/>
                <a:gd name="connsiteY135" fmla="*/ 3365369 h 3563332"/>
                <a:gd name="connsiteX136" fmla="*/ 3497344 w 3902697"/>
                <a:gd name="connsiteY136" fmla="*/ 3412503 h 3563332"/>
                <a:gd name="connsiteX137" fmla="*/ 3403076 w 3902697"/>
                <a:gd name="connsiteY137" fmla="*/ 3431357 h 3563332"/>
                <a:gd name="connsiteX138" fmla="*/ 3374796 w 3902697"/>
                <a:gd name="connsiteY138" fmla="*/ 3440783 h 3563332"/>
                <a:gd name="connsiteX139" fmla="*/ 3337089 w 3902697"/>
                <a:gd name="connsiteY139" fmla="*/ 3459637 h 3563332"/>
                <a:gd name="connsiteX140" fmla="*/ 3176833 w 3902697"/>
                <a:gd name="connsiteY140" fmla="*/ 3450210 h 3563332"/>
                <a:gd name="connsiteX141" fmla="*/ 3129699 w 3902697"/>
                <a:gd name="connsiteY141" fmla="*/ 3440783 h 3563332"/>
                <a:gd name="connsiteX142" fmla="*/ 3091992 w 3902697"/>
                <a:gd name="connsiteY142" fmla="*/ 3431357 h 3563332"/>
                <a:gd name="connsiteX143" fmla="*/ 2903456 w 3902697"/>
                <a:gd name="connsiteY143" fmla="*/ 3440783 h 3563332"/>
                <a:gd name="connsiteX144" fmla="*/ 2856322 w 3902697"/>
                <a:gd name="connsiteY144" fmla="*/ 3450210 h 3563332"/>
                <a:gd name="connsiteX145" fmla="*/ 2799761 w 3902697"/>
                <a:gd name="connsiteY145" fmla="*/ 3459637 h 3563332"/>
                <a:gd name="connsiteX146" fmla="*/ 2743200 w 3902697"/>
                <a:gd name="connsiteY146" fmla="*/ 3478491 h 3563332"/>
                <a:gd name="connsiteX147" fmla="*/ 2403835 w 3902697"/>
                <a:gd name="connsiteY147" fmla="*/ 3497344 h 3563332"/>
                <a:gd name="connsiteX148" fmla="*/ 2290714 w 3902697"/>
                <a:gd name="connsiteY148" fmla="*/ 3525625 h 3563332"/>
                <a:gd name="connsiteX149" fmla="*/ 2234153 w 3902697"/>
                <a:gd name="connsiteY149" fmla="*/ 3544478 h 3563332"/>
                <a:gd name="connsiteX150" fmla="*/ 2139885 w 3902697"/>
                <a:gd name="connsiteY150" fmla="*/ 3563332 h 3563332"/>
                <a:gd name="connsiteX151" fmla="*/ 2045617 w 3902697"/>
                <a:gd name="connsiteY151" fmla="*/ 3544478 h 3563332"/>
                <a:gd name="connsiteX152" fmla="*/ 1979629 w 3902697"/>
                <a:gd name="connsiteY152" fmla="*/ 3525625 h 3563332"/>
                <a:gd name="connsiteX153" fmla="*/ 1941922 w 3902697"/>
                <a:gd name="connsiteY153" fmla="*/ 3516198 h 3563332"/>
                <a:gd name="connsiteX154" fmla="*/ 1338606 w 3902697"/>
                <a:gd name="connsiteY154" fmla="*/ 3535051 h 3563332"/>
                <a:gd name="connsiteX155" fmla="*/ 1291472 w 3902697"/>
                <a:gd name="connsiteY155" fmla="*/ 3525625 h 3563332"/>
                <a:gd name="connsiteX156" fmla="*/ 1225485 w 3902697"/>
                <a:gd name="connsiteY156" fmla="*/ 3516198 h 3563332"/>
                <a:gd name="connsiteX157" fmla="*/ 1187777 w 3902697"/>
                <a:gd name="connsiteY157" fmla="*/ 3506771 h 3563332"/>
                <a:gd name="connsiteX158" fmla="*/ 1018095 w 3902697"/>
                <a:gd name="connsiteY158" fmla="*/ 3487917 h 3563332"/>
                <a:gd name="connsiteX159" fmla="*/ 820132 w 3902697"/>
                <a:gd name="connsiteY159" fmla="*/ 3469064 h 3563332"/>
                <a:gd name="connsiteX160" fmla="*/ 772998 w 3902697"/>
                <a:gd name="connsiteY160" fmla="*/ 3459637 h 3563332"/>
                <a:gd name="connsiteX161" fmla="*/ 744718 w 3902697"/>
                <a:gd name="connsiteY161" fmla="*/ 3440783 h 3563332"/>
                <a:gd name="connsiteX162" fmla="*/ 716437 w 3902697"/>
                <a:gd name="connsiteY162" fmla="*/ 3431357 h 3563332"/>
                <a:gd name="connsiteX163" fmla="*/ 499621 w 3902697"/>
                <a:gd name="connsiteY163" fmla="*/ 3421930 h 3563332"/>
                <a:gd name="connsiteX164" fmla="*/ 405353 w 3902697"/>
                <a:gd name="connsiteY164" fmla="*/ 3384223 h 3563332"/>
                <a:gd name="connsiteX165" fmla="*/ 377072 w 3902697"/>
                <a:gd name="connsiteY165" fmla="*/ 3365369 h 3563332"/>
                <a:gd name="connsiteX166" fmla="*/ 348792 w 3902697"/>
                <a:gd name="connsiteY166" fmla="*/ 3355942 h 3563332"/>
                <a:gd name="connsiteX167" fmla="*/ 292231 w 3902697"/>
                <a:gd name="connsiteY167" fmla="*/ 3318235 h 3563332"/>
                <a:gd name="connsiteX168" fmla="*/ 254524 w 3902697"/>
                <a:gd name="connsiteY168" fmla="*/ 3261674 h 3563332"/>
                <a:gd name="connsiteX169" fmla="*/ 226243 w 3902697"/>
                <a:gd name="connsiteY169" fmla="*/ 3148552 h 3563332"/>
                <a:gd name="connsiteX170" fmla="*/ 235670 w 3902697"/>
                <a:gd name="connsiteY170" fmla="*/ 3035431 h 3563332"/>
                <a:gd name="connsiteX171" fmla="*/ 245097 w 3902697"/>
                <a:gd name="connsiteY171" fmla="*/ 3007150 h 3563332"/>
                <a:gd name="connsiteX172" fmla="*/ 273377 w 3902697"/>
                <a:gd name="connsiteY172" fmla="*/ 2978870 h 3563332"/>
                <a:gd name="connsiteX173" fmla="*/ 292231 w 3902697"/>
                <a:gd name="connsiteY173" fmla="*/ 2922309 h 3563332"/>
                <a:gd name="connsiteX174" fmla="*/ 301658 w 3902697"/>
                <a:gd name="connsiteY174" fmla="*/ 2894029 h 3563332"/>
                <a:gd name="connsiteX175" fmla="*/ 282804 w 3902697"/>
                <a:gd name="connsiteY175" fmla="*/ 2809188 h 3563332"/>
                <a:gd name="connsiteX176" fmla="*/ 235670 w 3902697"/>
                <a:gd name="connsiteY176" fmla="*/ 2752627 h 3563332"/>
                <a:gd name="connsiteX177" fmla="*/ 188536 w 3902697"/>
                <a:gd name="connsiteY177" fmla="*/ 2705493 h 3563332"/>
                <a:gd name="connsiteX178" fmla="*/ 160256 w 3902697"/>
                <a:gd name="connsiteY178" fmla="*/ 2648932 h 3563332"/>
                <a:gd name="connsiteX179" fmla="*/ 131975 w 3902697"/>
                <a:gd name="connsiteY179" fmla="*/ 2545237 h 3563332"/>
                <a:gd name="connsiteX180" fmla="*/ 122549 w 3902697"/>
                <a:gd name="connsiteY180" fmla="*/ 2262433 h 3563332"/>
                <a:gd name="connsiteX181" fmla="*/ 113122 w 3902697"/>
                <a:gd name="connsiteY181" fmla="*/ 2073897 h 3563332"/>
                <a:gd name="connsiteX182" fmla="*/ 103695 w 3902697"/>
                <a:gd name="connsiteY182" fmla="*/ 2017336 h 3563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</a:cxnLst>
              <a:rect l="l" t="t" r="r" b="b"/>
              <a:pathLst>
                <a:path w="3902697" h="3563332">
                  <a:moveTo>
                    <a:pt x="103695" y="2017336"/>
                  </a:moveTo>
                  <a:lnTo>
                    <a:pt x="103695" y="2017336"/>
                  </a:lnTo>
                  <a:cubicBezTo>
                    <a:pt x="99366" y="1997857"/>
                    <a:pt x="88280" y="1934232"/>
                    <a:pt x="75415" y="1904214"/>
                  </a:cubicBezTo>
                  <a:cubicBezTo>
                    <a:pt x="61064" y="1870728"/>
                    <a:pt x="56641" y="1866626"/>
                    <a:pt x="37707" y="1838227"/>
                  </a:cubicBezTo>
                  <a:cubicBezTo>
                    <a:pt x="40849" y="1794235"/>
                    <a:pt x="42952" y="1750156"/>
                    <a:pt x="47134" y="1706251"/>
                  </a:cubicBezTo>
                  <a:cubicBezTo>
                    <a:pt x="49241" y="1684132"/>
                    <a:pt x="58039" y="1662434"/>
                    <a:pt x="56561" y="1640264"/>
                  </a:cubicBezTo>
                  <a:cubicBezTo>
                    <a:pt x="54837" y="1614409"/>
                    <a:pt x="45901" y="1589431"/>
                    <a:pt x="37707" y="1564849"/>
                  </a:cubicBezTo>
                  <a:lnTo>
                    <a:pt x="9427" y="1480008"/>
                  </a:lnTo>
                  <a:lnTo>
                    <a:pt x="0" y="1451728"/>
                  </a:lnTo>
                  <a:cubicBezTo>
                    <a:pt x="3142" y="1423447"/>
                    <a:pt x="5403" y="1395055"/>
                    <a:pt x="9427" y="1366886"/>
                  </a:cubicBezTo>
                  <a:cubicBezTo>
                    <a:pt x="15114" y="1327075"/>
                    <a:pt x="20046" y="1319102"/>
                    <a:pt x="28281" y="1282045"/>
                  </a:cubicBezTo>
                  <a:cubicBezTo>
                    <a:pt x="41871" y="1220888"/>
                    <a:pt x="27446" y="1250302"/>
                    <a:pt x="56561" y="1206631"/>
                  </a:cubicBezTo>
                  <a:cubicBezTo>
                    <a:pt x="59703" y="1197204"/>
                    <a:pt x="63373" y="1187937"/>
                    <a:pt x="65988" y="1178350"/>
                  </a:cubicBezTo>
                  <a:cubicBezTo>
                    <a:pt x="72806" y="1153351"/>
                    <a:pt x="76647" y="1127518"/>
                    <a:pt x="84841" y="1102936"/>
                  </a:cubicBezTo>
                  <a:cubicBezTo>
                    <a:pt x="87983" y="1093509"/>
                    <a:pt x="91538" y="1084210"/>
                    <a:pt x="94268" y="1074656"/>
                  </a:cubicBezTo>
                  <a:cubicBezTo>
                    <a:pt x="97827" y="1062198"/>
                    <a:pt x="98591" y="1048857"/>
                    <a:pt x="103695" y="1036948"/>
                  </a:cubicBezTo>
                  <a:cubicBezTo>
                    <a:pt x="108158" y="1026535"/>
                    <a:pt x="116264" y="1018095"/>
                    <a:pt x="122549" y="1008668"/>
                  </a:cubicBezTo>
                  <a:cubicBezTo>
                    <a:pt x="125691" y="996099"/>
                    <a:pt x="126872" y="982869"/>
                    <a:pt x="131975" y="970961"/>
                  </a:cubicBezTo>
                  <a:cubicBezTo>
                    <a:pt x="148437" y="932549"/>
                    <a:pt x="183253" y="922324"/>
                    <a:pt x="207390" y="886119"/>
                  </a:cubicBezTo>
                  <a:lnTo>
                    <a:pt x="245097" y="829559"/>
                  </a:lnTo>
                  <a:cubicBezTo>
                    <a:pt x="248239" y="813848"/>
                    <a:pt x="250638" y="797969"/>
                    <a:pt x="254524" y="782425"/>
                  </a:cubicBezTo>
                  <a:cubicBezTo>
                    <a:pt x="266683" y="733788"/>
                    <a:pt x="276701" y="706464"/>
                    <a:pt x="292231" y="659876"/>
                  </a:cubicBezTo>
                  <a:lnTo>
                    <a:pt x="301658" y="631596"/>
                  </a:lnTo>
                  <a:cubicBezTo>
                    <a:pt x="311940" y="600751"/>
                    <a:pt x="315080" y="584514"/>
                    <a:pt x="339365" y="556181"/>
                  </a:cubicBezTo>
                  <a:cubicBezTo>
                    <a:pt x="348620" y="545384"/>
                    <a:pt x="395615" y="522735"/>
                    <a:pt x="405353" y="518474"/>
                  </a:cubicBezTo>
                  <a:cubicBezTo>
                    <a:pt x="503186" y="475672"/>
                    <a:pt x="485671" y="482274"/>
                    <a:pt x="546755" y="461913"/>
                  </a:cubicBezTo>
                  <a:cubicBezTo>
                    <a:pt x="591715" y="416953"/>
                    <a:pt x="590977" y="431744"/>
                    <a:pt x="603316" y="386499"/>
                  </a:cubicBezTo>
                  <a:cubicBezTo>
                    <a:pt x="610134" y="361500"/>
                    <a:pt x="622169" y="311084"/>
                    <a:pt x="622169" y="311084"/>
                  </a:cubicBezTo>
                  <a:cubicBezTo>
                    <a:pt x="619027" y="270235"/>
                    <a:pt x="617266" y="229255"/>
                    <a:pt x="612742" y="188536"/>
                  </a:cubicBezTo>
                  <a:cubicBezTo>
                    <a:pt x="602416" y="95602"/>
                    <a:pt x="591289" y="186581"/>
                    <a:pt x="612742" y="47134"/>
                  </a:cubicBezTo>
                  <a:cubicBezTo>
                    <a:pt x="614253" y="37313"/>
                    <a:pt x="615961" y="26612"/>
                    <a:pt x="622169" y="18853"/>
                  </a:cubicBezTo>
                  <a:cubicBezTo>
                    <a:pt x="629247" y="10006"/>
                    <a:pt x="641023" y="6284"/>
                    <a:pt x="650450" y="0"/>
                  </a:cubicBezTo>
                  <a:lnTo>
                    <a:pt x="810705" y="18853"/>
                  </a:lnTo>
                  <a:cubicBezTo>
                    <a:pt x="841817" y="23639"/>
                    <a:pt x="865524" y="30201"/>
                    <a:pt x="895547" y="37707"/>
                  </a:cubicBezTo>
                  <a:lnTo>
                    <a:pt x="980388" y="94268"/>
                  </a:lnTo>
                  <a:cubicBezTo>
                    <a:pt x="989815" y="100553"/>
                    <a:pt x="999604" y="106324"/>
                    <a:pt x="1008668" y="113122"/>
                  </a:cubicBezTo>
                  <a:cubicBezTo>
                    <a:pt x="1064504" y="154998"/>
                    <a:pt x="1033301" y="132686"/>
                    <a:pt x="1102936" y="179109"/>
                  </a:cubicBezTo>
                  <a:cubicBezTo>
                    <a:pt x="1112363" y="185394"/>
                    <a:pt x="1120469" y="194380"/>
                    <a:pt x="1131217" y="197963"/>
                  </a:cubicBezTo>
                  <a:lnTo>
                    <a:pt x="1159497" y="207390"/>
                  </a:lnTo>
                  <a:cubicBezTo>
                    <a:pt x="1178351" y="204248"/>
                    <a:pt x="1197925" y="204007"/>
                    <a:pt x="1216058" y="197963"/>
                  </a:cubicBezTo>
                  <a:cubicBezTo>
                    <a:pt x="1226806" y="194380"/>
                    <a:pt x="1234205" y="184176"/>
                    <a:pt x="1244338" y="179109"/>
                  </a:cubicBezTo>
                  <a:cubicBezTo>
                    <a:pt x="1253226" y="174665"/>
                    <a:pt x="1263192" y="172824"/>
                    <a:pt x="1272619" y="169682"/>
                  </a:cubicBezTo>
                  <a:cubicBezTo>
                    <a:pt x="1291473" y="150829"/>
                    <a:pt x="1314390" y="135307"/>
                    <a:pt x="1329180" y="113122"/>
                  </a:cubicBezTo>
                  <a:cubicBezTo>
                    <a:pt x="1341749" y="94268"/>
                    <a:pt x="1348034" y="69130"/>
                    <a:pt x="1366887" y="56561"/>
                  </a:cubicBezTo>
                  <a:cubicBezTo>
                    <a:pt x="1376314" y="50276"/>
                    <a:pt x="1385034" y="42774"/>
                    <a:pt x="1395167" y="37707"/>
                  </a:cubicBezTo>
                  <a:cubicBezTo>
                    <a:pt x="1408690" y="30945"/>
                    <a:pt x="1449075" y="21873"/>
                    <a:pt x="1461155" y="18853"/>
                  </a:cubicBezTo>
                  <a:cubicBezTo>
                    <a:pt x="1552281" y="21995"/>
                    <a:pt x="1643530" y="22592"/>
                    <a:pt x="1734532" y="28280"/>
                  </a:cubicBezTo>
                  <a:cubicBezTo>
                    <a:pt x="1744450" y="28900"/>
                    <a:pt x="1754545" y="32195"/>
                    <a:pt x="1762813" y="37707"/>
                  </a:cubicBezTo>
                  <a:cubicBezTo>
                    <a:pt x="1773905" y="45102"/>
                    <a:pt x="1783344" y="55140"/>
                    <a:pt x="1791093" y="65988"/>
                  </a:cubicBezTo>
                  <a:cubicBezTo>
                    <a:pt x="1799261" y="77423"/>
                    <a:pt x="1803662" y="91126"/>
                    <a:pt x="1809947" y="103695"/>
                  </a:cubicBezTo>
                  <a:cubicBezTo>
                    <a:pt x="1816175" y="128608"/>
                    <a:pt x="1828800" y="174854"/>
                    <a:pt x="1828800" y="197963"/>
                  </a:cubicBezTo>
                  <a:cubicBezTo>
                    <a:pt x="1828800" y="220182"/>
                    <a:pt x="1822515" y="241954"/>
                    <a:pt x="1819373" y="263950"/>
                  </a:cubicBezTo>
                  <a:cubicBezTo>
                    <a:pt x="1822515" y="273377"/>
                    <a:pt x="1818863" y="292231"/>
                    <a:pt x="1828800" y="292231"/>
                  </a:cubicBezTo>
                  <a:cubicBezTo>
                    <a:pt x="1840130" y="292231"/>
                    <a:pt x="1840401" y="272654"/>
                    <a:pt x="1847654" y="263950"/>
                  </a:cubicBezTo>
                  <a:cubicBezTo>
                    <a:pt x="1870336" y="236732"/>
                    <a:pt x="1876408" y="235354"/>
                    <a:pt x="1904215" y="216816"/>
                  </a:cubicBezTo>
                  <a:cubicBezTo>
                    <a:pt x="1921247" y="218708"/>
                    <a:pt x="1998189" y="223424"/>
                    <a:pt x="2026763" y="235670"/>
                  </a:cubicBezTo>
                  <a:cubicBezTo>
                    <a:pt x="2037176" y="240133"/>
                    <a:pt x="2045616" y="248239"/>
                    <a:pt x="2055043" y="254524"/>
                  </a:cubicBezTo>
                  <a:cubicBezTo>
                    <a:pt x="2069962" y="276902"/>
                    <a:pt x="2084642" y="300053"/>
                    <a:pt x="2102177" y="320511"/>
                  </a:cubicBezTo>
                  <a:cubicBezTo>
                    <a:pt x="2110853" y="330633"/>
                    <a:pt x="2121923" y="338550"/>
                    <a:pt x="2130458" y="348792"/>
                  </a:cubicBezTo>
                  <a:cubicBezTo>
                    <a:pt x="2174986" y="402225"/>
                    <a:pt x="2122067" y="350242"/>
                    <a:pt x="2168165" y="414779"/>
                  </a:cubicBezTo>
                  <a:cubicBezTo>
                    <a:pt x="2184662" y="437875"/>
                    <a:pt x="2202175" y="446879"/>
                    <a:pt x="2224726" y="461913"/>
                  </a:cubicBezTo>
                  <a:cubicBezTo>
                    <a:pt x="2234153" y="455629"/>
                    <a:pt x="2247001" y="452667"/>
                    <a:pt x="2253006" y="443060"/>
                  </a:cubicBezTo>
                  <a:cubicBezTo>
                    <a:pt x="2268848" y="417712"/>
                    <a:pt x="2264596" y="379113"/>
                    <a:pt x="2290714" y="358218"/>
                  </a:cubicBezTo>
                  <a:cubicBezTo>
                    <a:pt x="2298473" y="352011"/>
                    <a:pt x="2309567" y="351934"/>
                    <a:pt x="2318994" y="348792"/>
                  </a:cubicBezTo>
                  <a:cubicBezTo>
                    <a:pt x="2328379" y="349645"/>
                    <a:pt x="2450874" y="358186"/>
                    <a:pt x="2479250" y="367645"/>
                  </a:cubicBezTo>
                  <a:cubicBezTo>
                    <a:pt x="2489998" y="371228"/>
                    <a:pt x="2498103" y="380214"/>
                    <a:pt x="2507530" y="386499"/>
                  </a:cubicBezTo>
                  <a:cubicBezTo>
                    <a:pt x="2529526" y="452487"/>
                    <a:pt x="2507530" y="436776"/>
                    <a:pt x="2554664" y="452486"/>
                  </a:cubicBezTo>
                  <a:cubicBezTo>
                    <a:pt x="2596536" y="396656"/>
                    <a:pt x="2574234" y="427845"/>
                    <a:pt x="2620652" y="358218"/>
                  </a:cubicBezTo>
                  <a:lnTo>
                    <a:pt x="2639505" y="329938"/>
                  </a:lnTo>
                  <a:cubicBezTo>
                    <a:pt x="2660737" y="298091"/>
                    <a:pt x="2652867" y="296158"/>
                    <a:pt x="2696066" y="292231"/>
                  </a:cubicBezTo>
                  <a:cubicBezTo>
                    <a:pt x="2752482" y="287102"/>
                    <a:pt x="2809188" y="285946"/>
                    <a:pt x="2865749" y="282804"/>
                  </a:cubicBezTo>
                  <a:cubicBezTo>
                    <a:pt x="2953792" y="224108"/>
                    <a:pt x="2899728" y="243215"/>
                    <a:pt x="3035431" y="254524"/>
                  </a:cubicBezTo>
                  <a:cubicBezTo>
                    <a:pt x="3099098" y="275745"/>
                    <a:pt x="3020721" y="251254"/>
                    <a:pt x="3120272" y="273377"/>
                  </a:cubicBezTo>
                  <a:cubicBezTo>
                    <a:pt x="3129972" y="275533"/>
                    <a:pt x="3138998" y="280074"/>
                    <a:pt x="3148553" y="282804"/>
                  </a:cubicBezTo>
                  <a:cubicBezTo>
                    <a:pt x="3158604" y="285676"/>
                    <a:pt x="3202573" y="295010"/>
                    <a:pt x="3214540" y="301658"/>
                  </a:cubicBezTo>
                  <a:cubicBezTo>
                    <a:pt x="3234348" y="312662"/>
                    <a:pt x="3249605" y="332200"/>
                    <a:pt x="3271101" y="339365"/>
                  </a:cubicBezTo>
                  <a:cubicBezTo>
                    <a:pt x="3342184" y="363059"/>
                    <a:pt x="3254568" y="331098"/>
                    <a:pt x="3327662" y="367645"/>
                  </a:cubicBezTo>
                  <a:cubicBezTo>
                    <a:pt x="3343504" y="375566"/>
                    <a:pt x="3378546" y="381968"/>
                    <a:pt x="3393650" y="386499"/>
                  </a:cubicBezTo>
                  <a:cubicBezTo>
                    <a:pt x="3412685" y="392209"/>
                    <a:pt x="3450210" y="405352"/>
                    <a:pt x="3450210" y="405352"/>
                  </a:cubicBezTo>
                  <a:cubicBezTo>
                    <a:pt x="3459637" y="411637"/>
                    <a:pt x="3469787" y="416953"/>
                    <a:pt x="3478491" y="424206"/>
                  </a:cubicBezTo>
                  <a:cubicBezTo>
                    <a:pt x="3551075" y="484693"/>
                    <a:pt x="3464835" y="424528"/>
                    <a:pt x="3535052" y="471340"/>
                  </a:cubicBezTo>
                  <a:cubicBezTo>
                    <a:pt x="3541336" y="480767"/>
                    <a:pt x="3549304" y="489268"/>
                    <a:pt x="3553905" y="499621"/>
                  </a:cubicBezTo>
                  <a:cubicBezTo>
                    <a:pt x="3561976" y="517781"/>
                    <a:pt x="3572759" y="556181"/>
                    <a:pt x="3572759" y="556181"/>
                  </a:cubicBezTo>
                  <a:cubicBezTo>
                    <a:pt x="3589774" y="658267"/>
                    <a:pt x="3573046" y="576037"/>
                    <a:pt x="3591613" y="641023"/>
                  </a:cubicBezTo>
                  <a:cubicBezTo>
                    <a:pt x="3600830" y="673285"/>
                    <a:pt x="3604078" y="710049"/>
                    <a:pt x="3629320" y="735291"/>
                  </a:cubicBezTo>
                  <a:cubicBezTo>
                    <a:pt x="3637331" y="743302"/>
                    <a:pt x="3648173" y="747860"/>
                    <a:pt x="3657600" y="754144"/>
                  </a:cubicBezTo>
                  <a:cubicBezTo>
                    <a:pt x="3678256" y="785128"/>
                    <a:pt x="3676125" y="776557"/>
                    <a:pt x="3685881" y="810705"/>
                  </a:cubicBezTo>
                  <a:cubicBezTo>
                    <a:pt x="3689440" y="823162"/>
                    <a:pt x="3689513" y="836824"/>
                    <a:pt x="3695307" y="848412"/>
                  </a:cubicBezTo>
                  <a:cubicBezTo>
                    <a:pt x="3731045" y="919888"/>
                    <a:pt x="3722502" y="886701"/>
                    <a:pt x="3761295" y="933253"/>
                  </a:cubicBezTo>
                  <a:cubicBezTo>
                    <a:pt x="3768548" y="941957"/>
                    <a:pt x="3773864" y="952107"/>
                    <a:pt x="3780149" y="961534"/>
                  </a:cubicBezTo>
                  <a:cubicBezTo>
                    <a:pt x="3803506" y="1031610"/>
                    <a:pt x="3780149" y="948940"/>
                    <a:pt x="3780149" y="1093509"/>
                  </a:cubicBezTo>
                  <a:cubicBezTo>
                    <a:pt x="3780149" y="1118401"/>
                    <a:pt x="3821895" y="1170268"/>
                    <a:pt x="3827283" y="1178350"/>
                  </a:cubicBezTo>
                  <a:lnTo>
                    <a:pt x="3864990" y="1234911"/>
                  </a:lnTo>
                  <a:cubicBezTo>
                    <a:pt x="3871275" y="1244338"/>
                    <a:pt x="3880260" y="1252444"/>
                    <a:pt x="3883843" y="1263192"/>
                  </a:cubicBezTo>
                  <a:lnTo>
                    <a:pt x="3902697" y="1319752"/>
                  </a:lnTo>
                  <a:cubicBezTo>
                    <a:pt x="3899555" y="1351175"/>
                    <a:pt x="3900371" y="1383250"/>
                    <a:pt x="3893270" y="1414021"/>
                  </a:cubicBezTo>
                  <a:cubicBezTo>
                    <a:pt x="3890723" y="1425060"/>
                    <a:pt x="3881002" y="1433082"/>
                    <a:pt x="3874417" y="1442301"/>
                  </a:cubicBezTo>
                  <a:cubicBezTo>
                    <a:pt x="3865285" y="1455086"/>
                    <a:pt x="3856646" y="1468330"/>
                    <a:pt x="3846136" y="1480008"/>
                  </a:cubicBezTo>
                  <a:cubicBezTo>
                    <a:pt x="3828299" y="1499826"/>
                    <a:pt x="3789575" y="1536569"/>
                    <a:pt x="3789575" y="1536569"/>
                  </a:cubicBezTo>
                  <a:cubicBezTo>
                    <a:pt x="3792717" y="1545996"/>
                    <a:pt x="3791976" y="1557823"/>
                    <a:pt x="3799002" y="1564849"/>
                  </a:cubicBezTo>
                  <a:cubicBezTo>
                    <a:pt x="3806029" y="1571875"/>
                    <a:pt x="3818395" y="1569832"/>
                    <a:pt x="3827283" y="1574276"/>
                  </a:cubicBezTo>
                  <a:cubicBezTo>
                    <a:pt x="3837416" y="1579343"/>
                    <a:pt x="3846136" y="1586845"/>
                    <a:pt x="3855563" y="1593130"/>
                  </a:cubicBezTo>
                  <a:cubicBezTo>
                    <a:pt x="3861848" y="1602557"/>
                    <a:pt x="3869350" y="1611276"/>
                    <a:pt x="3874417" y="1621410"/>
                  </a:cubicBezTo>
                  <a:cubicBezTo>
                    <a:pt x="3884077" y="1640730"/>
                    <a:pt x="3889686" y="1678906"/>
                    <a:pt x="3893270" y="1696825"/>
                  </a:cubicBezTo>
                  <a:cubicBezTo>
                    <a:pt x="3890128" y="1737674"/>
                    <a:pt x="3888925" y="1778719"/>
                    <a:pt x="3883843" y="1819373"/>
                  </a:cubicBezTo>
                  <a:cubicBezTo>
                    <a:pt x="3882611" y="1829233"/>
                    <a:pt x="3881443" y="1840627"/>
                    <a:pt x="3874417" y="1847653"/>
                  </a:cubicBezTo>
                  <a:cubicBezTo>
                    <a:pt x="3867391" y="1854679"/>
                    <a:pt x="3855440" y="1853591"/>
                    <a:pt x="3846136" y="1857080"/>
                  </a:cubicBezTo>
                  <a:cubicBezTo>
                    <a:pt x="3830292" y="1863022"/>
                    <a:pt x="3814713" y="1869649"/>
                    <a:pt x="3799002" y="1875934"/>
                  </a:cubicBezTo>
                  <a:cubicBezTo>
                    <a:pt x="3789575" y="1885361"/>
                    <a:pt x="3781814" y="1896819"/>
                    <a:pt x="3770722" y="1904214"/>
                  </a:cubicBezTo>
                  <a:cubicBezTo>
                    <a:pt x="3762454" y="1909726"/>
                    <a:pt x="3751069" y="1908711"/>
                    <a:pt x="3742441" y="1913641"/>
                  </a:cubicBezTo>
                  <a:cubicBezTo>
                    <a:pt x="3728800" y="1921436"/>
                    <a:pt x="3717303" y="1932495"/>
                    <a:pt x="3704734" y="1941922"/>
                  </a:cubicBezTo>
                  <a:cubicBezTo>
                    <a:pt x="3772043" y="1964358"/>
                    <a:pt x="3744759" y="1949751"/>
                    <a:pt x="3789575" y="1979629"/>
                  </a:cubicBezTo>
                  <a:cubicBezTo>
                    <a:pt x="3811771" y="2046217"/>
                    <a:pt x="3823559" y="2056390"/>
                    <a:pt x="3799002" y="2139884"/>
                  </a:cubicBezTo>
                  <a:cubicBezTo>
                    <a:pt x="3799002" y="2139885"/>
                    <a:pt x="3751868" y="2210585"/>
                    <a:pt x="3742441" y="2224726"/>
                  </a:cubicBezTo>
                  <a:lnTo>
                    <a:pt x="3723588" y="2253006"/>
                  </a:lnTo>
                  <a:cubicBezTo>
                    <a:pt x="3726730" y="2271860"/>
                    <a:pt x="3725664" y="2291924"/>
                    <a:pt x="3733015" y="2309567"/>
                  </a:cubicBezTo>
                  <a:cubicBezTo>
                    <a:pt x="3741730" y="2330483"/>
                    <a:pt x="3770722" y="2366128"/>
                    <a:pt x="3770722" y="2366128"/>
                  </a:cubicBezTo>
                  <a:cubicBezTo>
                    <a:pt x="3742979" y="2421613"/>
                    <a:pt x="3756313" y="2390500"/>
                    <a:pt x="3733015" y="2460396"/>
                  </a:cubicBezTo>
                  <a:lnTo>
                    <a:pt x="3723588" y="2488676"/>
                  </a:lnTo>
                  <a:cubicBezTo>
                    <a:pt x="3726730" y="2510672"/>
                    <a:pt x="3725039" y="2533926"/>
                    <a:pt x="3733015" y="2554664"/>
                  </a:cubicBezTo>
                  <a:cubicBezTo>
                    <a:pt x="3741149" y="2575813"/>
                    <a:pt x="3763556" y="2589729"/>
                    <a:pt x="3770722" y="2611225"/>
                  </a:cubicBezTo>
                  <a:lnTo>
                    <a:pt x="3780149" y="2639505"/>
                  </a:lnTo>
                  <a:cubicBezTo>
                    <a:pt x="3777007" y="2683497"/>
                    <a:pt x="3777265" y="2727864"/>
                    <a:pt x="3770722" y="2771480"/>
                  </a:cubicBezTo>
                  <a:cubicBezTo>
                    <a:pt x="3767774" y="2791134"/>
                    <a:pt x="3765920" y="2813988"/>
                    <a:pt x="3751868" y="2828041"/>
                  </a:cubicBezTo>
                  <a:lnTo>
                    <a:pt x="3723588" y="2856322"/>
                  </a:lnTo>
                  <a:cubicBezTo>
                    <a:pt x="3733015" y="2865749"/>
                    <a:pt x="3745394" y="2872948"/>
                    <a:pt x="3751868" y="2884602"/>
                  </a:cubicBezTo>
                  <a:cubicBezTo>
                    <a:pt x="3761519" y="2901975"/>
                    <a:pt x="3770722" y="2941163"/>
                    <a:pt x="3770722" y="2941163"/>
                  </a:cubicBezTo>
                  <a:cubicBezTo>
                    <a:pt x="3767580" y="2972586"/>
                    <a:pt x="3766097" y="3004219"/>
                    <a:pt x="3761295" y="3035431"/>
                  </a:cubicBezTo>
                  <a:cubicBezTo>
                    <a:pt x="3759784" y="3045252"/>
                    <a:pt x="3754598" y="3054157"/>
                    <a:pt x="3751868" y="3063711"/>
                  </a:cubicBezTo>
                  <a:cubicBezTo>
                    <a:pt x="3748309" y="3076168"/>
                    <a:pt x="3746164" y="3089009"/>
                    <a:pt x="3742441" y="3101418"/>
                  </a:cubicBezTo>
                  <a:cubicBezTo>
                    <a:pt x="3736730" y="3120453"/>
                    <a:pt x="3734612" y="3141443"/>
                    <a:pt x="3723588" y="3157979"/>
                  </a:cubicBezTo>
                  <a:lnTo>
                    <a:pt x="3667027" y="3242821"/>
                  </a:lnTo>
                  <a:cubicBezTo>
                    <a:pt x="3660742" y="3252248"/>
                    <a:pt x="3656184" y="3263090"/>
                    <a:pt x="3648173" y="3271101"/>
                  </a:cubicBezTo>
                  <a:cubicBezTo>
                    <a:pt x="3635604" y="3283670"/>
                    <a:pt x="3622034" y="3295312"/>
                    <a:pt x="3610466" y="3308808"/>
                  </a:cubicBezTo>
                  <a:cubicBezTo>
                    <a:pt x="3603093" y="3317410"/>
                    <a:pt x="3599624" y="3329078"/>
                    <a:pt x="3591613" y="3337089"/>
                  </a:cubicBezTo>
                  <a:cubicBezTo>
                    <a:pt x="3580503" y="3348199"/>
                    <a:pt x="3565834" y="3355144"/>
                    <a:pt x="3553905" y="3365369"/>
                  </a:cubicBezTo>
                  <a:cubicBezTo>
                    <a:pt x="3524715" y="3390389"/>
                    <a:pt x="3530682" y="3395834"/>
                    <a:pt x="3497344" y="3412503"/>
                  </a:cubicBezTo>
                  <a:cubicBezTo>
                    <a:pt x="3471018" y="3425666"/>
                    <a:pt x="3427396" y="3427883"/>
                    <a:pt x="3403076" y="3431357"/>
                  </a:cubicBezTo>
                  <a:cubicBezTo>
                    <a:pt x="3393649" y="3434499"/>
                    <a:pt x="3383929" y="3436869"/>
                    <a:pt x="3374796" y="3440783"/>
                  </a:cubicBezTo>
                  <a:cubicBezTo>
                    <a:pt x="3361880" y="3446319"/>
                    <a:pt x="3351126" y="3458969"/>
                    <a:pt x="3337089" y="3459637"/>
                  </a:cubicBezTo>
                  <a:cubicBezTo>
                    <a:pt x="3283639" y="3462182"/>
                    <a:pt x="3230252" y="3453352"/>
                    <a:pt x="3176833" y="3450210"/>
                  </a:cubicBezTo>
                  <a:cubicBezTo>
                    <a:pt x="3161122" y="3447068"/>
                    <a:pt x="3145340" y="3444259"/>
                    <a:pt x="3129699" y="3440783"/>
                  </a:cubicBezTo>
                  <a:cubicBezTo>
                    <a:pt x="3117052" y="3437973"/>
                    <a:pt x="3104948" y="3431357"/>
                    <a:pt x="3091992" y="3431357"/>
                  </a:cubicBezTo>
                  <a:cubicBezTo>
                    <a:pt x="3029068" y="3431357"/>
                    <a:pt x="2966301" y="3437641"/>
                    <a:pt x="2903456" y="3440783"/>
                  </a:cubicBezTo>
                  <a:lnTo>
                    <a:pt x="2856322" y="3450210"/>
                  </a:lnTo>
                  <a:cubicBezTo>
                    <a:pt x="2837517" y="3453629"/>
                    <a:pt x="2818304" y="3455001"/>
                    <a:pt x="2799761" y="3459637"/>
                  </a:cubicBezTo>
                  <a:cubicBezTo>
                    <a:pt x="2780481" y="3464457"/>
                    <a:pt x="2762992" y="3476692"/>
                    <a:pt x="2743200" y="3478491"/>
                  </a:cubicBezTo>
                  <a:cubicBezTo>
                    <a:pt x="2561208" y="3495034"/>
                    <a:pt x="2674185" y="3486530"/>
                    <a:pt x="2403835" y="3497344"/>
                  </a:cubicBezTo>
                  <a:cubicBezTo>
                    <a:pt x="2249965" y="3548635"/>
                    <a:pt x="2443025" y="3487547"/>
                    <a:pt x="2290714" y="3525625"/>
                  </a:cubicBezTo>
                  <a:cubicBezTo>
                    <a:pt x="2271434" y="3530445"/>
                    <a:pt x="2253433" y="3539658"/>
                    <a:pt x="2234153" y="3544478"/>
                  </a:cubicBezTo>
                  <a:cubicBezTo>
                    <a:pt x="2177903" y="3558541"/>
                    <a:pt x="2209226" y="3551775"/>
                    <a:pt x="2139885" y="3563332"/>
                  </a:cubicBezTo>
                  <a:cubicBezTo>
                    <a:pt x="2052298" y="3541435"/>
                    <a:pt x="2161185" y="3567592"/>
                    <a:pt x="2045617" y="3544478"/>
                  </a:cubicBezTo>
                  <a:cubicBezTo>
                    <a:pt x="1996507" y="3534656"/>
                    <a:pt x="2021552" y="3537603"/>
                    <a:pt x="1979629" y="3525625"/>
                  </a:cubicBezTo>
                  <a:cubicBezTo>
                    <a:pt x="1967172" y="3522066"/>
                    <a:pt x="1954491" y="3519340"/>
                    <a:pt x="1941922" y="3516198"/>
                  </a:cubicBezTo>
                  <a:cubicBezTo>
                    <a:pt x="1703043" y="3529469"/>
                    <a:pt x="1637050" y="3535051"/>
                    <a:pt x="1338606" y="3535051"/>
                  </a:cubicBezTo>
                  <a:cubicBezTo>
                    <a:pt x="1322584" y="3535051"/>
                    <a:pt x="1307276" y="3528259"/>
                    <a:pt x="1291472" y="3525625"/>
                  </a:cubicBezTo>
                  <a:cubicBezTo>
                    <a:pt x="1269555" y="3521972"/>
                    <a:pt x="1247346" y="3520173"/>
                    <a:pt x="1225485" y="3516198"/>
                  </a:cubicBezTo>
                  <a:cubicBezTo>
                    <a:pt x="1212738" y="3513880"/>
                    <a:pt x="1200614" y="3508522"/>
                    <a:pt x="1187777" y="3506771"/>
                  </a:cubicBezTo>
                  <a:cubicBezTo>
                    <a:pt x="1131390" y="3499082"/>
                    <a:pt x="1074807" y="3492643"/>
                    <a:pt x="1018095" y="3487917"/>
                  </a:cubicBezTo>
                  <a:cubicBezTo>
                    <a:pt x="963445" y="3483363"/>
                    <a:pt x="877285" y="3477229"/>
                    <a:pt x="820132" y="3469064"/>
                  </a:cubicBezTo>
                  <a:cubicBezTo>
                    <a:pt x="804271" y="3466798"/>
                    <a:pt x="788709" y="3462779"/>
                    <a:pt x="772998" y="3459637"/>
                  </a:cubicBezTo>
                  <a:cubicBezTo>
                    <a:pt x="763571" y="3453352"/>
                    <a:pt x="754852" y="3445850"/>
                    <a:pt x="744718" y="3440783"/>
                  </a:cubicBezTo>
                  <a:cubicBezTo>
                    <a:pt x="735830" y="3436339"/>
                    <a:pt x="726345" y="3432119"/>
                    <a:pt x="716437" y="3431357"/>
                  </a:cubicBezTo>
                  <a:cubicBezTo>
                    <a:pt x="644310" y="3425809"/>
                    <a:pt x="571893" y="3425072"/>
                    <a:pt x="499621" y="3421930"/>
                  </a:cubicBezTo>
                  <a:cubicBezTo>
                    <a:pt x="453272" y="3406480"/>
                    <a:pt x="444188" y="3406414"/>
                    <a:pt x="405353" y="3384223"/>
                  </a:cubicBezTo>
                  <a:cubicBezTo>
                    <a:pt x="395516" y="3378602"/>
                    <a:pt x="387206" y="3370436"/>
                    <a:pt x="377072" y="3365369"/>
                  </a:cubicBezTo>
                  <a:cubicBezTo>
                    <a:pt x="368184" y="3360925"/>
                    <a:pt x="357478" y="3360768"/>
                    <a:pt x="348792" y="3355942"/>
                  </a:cubicBezTo>
                  <a:cubicBezTo>
                    <a:pt x="328984" y="3344938"/>
                    <a:pt x="292231" y="3318235"/>
                    <a:pt x="292231" y="3318235"/>
                  </a:cubicBezTo>
                  <a:cubicBezTo>
                    <a:pt x="279662" y="3299381"/>
                    <a:pt x="261690" y="3283170"/>
                    <a:pt x="254524" y="3261674"/>
                  </a:cubicBezTo>
                  <a:cubicBezTo>
                    <a:pt x="229626" y="3186980"/>
                    <a:pt x="238937" y="3224716"/>
                    <a:pt x="226243" y="3148552"/>
                  </a:cubicBezTo>
                  <a:cubicBezTo>
                    <a:pt x="229385" y="3110845"/>
                    <a:pt x="230669" y="3072937"/>
                    <a:pt x="235670" y="3035431"/>
                  </a:cubicBezTo>
                  <a:cubicBezTo>
                    <a:pt x="236983" y="3025581"/>
                    <a:pt x="239585" y="3015418"/>
                    <a:pt x="245097" y="3007150"/>
                  </a:cubicBezTo>
                  <a:cubicBezTo>
                    <a:pt x="252492" y="2996058"/>
                    <a:pt x="263950" y="2988297"/>
                    <a:pt x="273377" y="2978870"/>
                  </a:cubicBezTo>
                  <a:lnTo>
                    <a:pt x="292231" y="2922309"/>
                  </a:lnTo>
                  <a:lnTo>
                    <a:pt x="301658" y="2894029"/>
                  </a:lnTo>
                  <a:cubicBezTo>
                    <a:pt x="298037" y="2872302"/>
                    <a:pt x="294408" y="2832396"/>
                    <a:pt x="282804" y="2809188"/>
                  </a:cubicBezTo>
                  <a:cubicBezTo>
                    <a:pt x="265247" y="2774074"/>
                    <a:pt x="261736" y="2783906"/>
                    <a:pt x="235670" y="2752627"/>
                  </a:cubicBezTo>
                  <a:cubicBezTo>
                    <a:pt x="196390" y="2705491"/>
                    <a:pt x="240386" y="2740058"/>
                    <a:pt x="188536" y="2705493"/>
                  </a:cubicBezTo>
                  <a:cubicBezTo>
                    <a:pt x="154156" y="2602354"/>
                    <a:pt x="208985" y="2758574"/>
                    <a:pt x="160256" y="2648932"/>
                  </a:cubicBezTo>
                  <a:cubicBezTo>
                    <a:pt x="142859" y="2609788"/>
                    <a:pt x="140040" y="2585562"/>
                    <a:pt x="131975" y="2545237"/>
                  </a:cubicBezTo>
                  <a:cubicBezTo>
                    <a:pt x="128833" y="2450969"/>
                    <a:pt x="126319" y="2356678"/>
                    <a:pt x="122549" y="2262433"/>
                  </a:cubicBezTo>
                  <a:cubicBezTo>
                    <a:pt x="120034" y="2199559"/>
                    <a:pt x="118348" y="2136603"/>
                    <a:pt x="113122" y="2073897"/>
                  </a:cubicBezTo>
                  <a:cubicBezTo>
                    <a:pt x="112046" y="2060986"/>
                    <a:pt x="105266" y="2026763"/>
                    <a:pt x="103695" y="2017336"/>
                  </a:cubicBezTo>
                  <a:close/>
                </a:path>
              </a:pathLst>
            </a:custGeom>
            <a:noFill/>
            <a:ln w="3492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ES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EDFF5F7A-2EE0-7CD1-24F8-B95C26780238}"/>
                </a:ext>
              </a:extLst>
            </p:cNvPr>
            <p:cNvSpPr txBox="1"/>
            <p:nvPr/>
          </p:nvSpPr>
          <p:spPr>
            <a:xfrm>
              <a:off x="6410181" y="2738996"/>
              <a:ext cx="101502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ES"/>
              </a:defPPr>
              <a:lvl1pPr>
                <a:defRPr sz="1200" b="1">
                  <a:solidFill>
                    <a:srgbClr val="C00000"/>
                  </a:solidFill>
                  <a:effectLst>
                    <a:glow rad="178202">
                      <a:schemeClr val="bg1">
                        <a:alpha val="40000"/>
                      </a:schemeClr>
                    </a:glow>
                  </a:effectLst>
                  <a:latin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r>
                <a:rPr lang="en-GB" sz="1100" dirty="0"/>
                <a:t>C</a:t>
              </a:r>
              <a:r>
                <a:rPr lang="en-ES" sz="1100" dirty="0"/>
                <a:t>omunidades </a:t>
              </a:r>
            </a:p>
          </p:txBody>
        </p:sp>
      </p:grpSp>
      <p:grpSp>
        <p:nvGrpSpPr>
          <p:cNvPr id="257" name="Group 256">
            <a:extLst>
              <a:ext uri="{FF2B5EF4-FFF2-40B4-BE49-F238E27FC236}">
                <a16:creationId xmlns:a16="http://schemas.microsoft.com/office/drawing/2014/main" id="{DF1E8F70-622F-74F9-A8EF-7F7A22B4B0C8}"/>
              </a:ext>
            </a:extLst>
          </p:cNvPr>
          <p:cNvGrpSpPr/>
          <p:nvPr/>
        </p:nvGrpSpPr>
        <p:grpSpPr>
          <a:xfrm>
            <a:off x="3685119" y="3105424"/>
            <a:ext cx="3564093" cy="2055044"/>
            <a:chOff x="3685119" y="3105424"/>
            <a:chExt cx="3564093" cy="2055044"/>
          </a:xfrm>
        </p:grpSpPr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604564D3-C038-7748-2446-E4C0BA03B67B}"/>
                </a:ext>
              </a:extLst>
            </p:cNvPr>
            <p:cNvSpPr/>
            <p:nvPr/>
          </p:nvSpPr>
          <p:spPr>
            <a:xfrm>
              <a:off x="3685119" y="3105424"/>
              <a:ext cx="3564093" cy="2055044"/>
            </a:xfrm>
            <a:custGeom>
              <a:avLst/>
              <a:gdLst>
                <a:gd name="connsiteX0" fmla="*/ 406114 w 3564093"/>
                <a:gd name="connsiteY0" fmla="*/ 263951 h 2055044"/>
                <a:gd name="connsiteX1" fmla="*/ 406114 w 3564093"/>
                <a:gd name="connsiteY1" fmla="*/ 263951 h 2055044"/>
                <a:gd name="connsiteX2" fmla="*/ 472102 w 3564093"/>
                <a:gd name="connsiteY2" fmla="*/ 207390 h 2055044"/>
                <a:gd name="connsiteX3" fmla="*/ 566370 w 3564093"/>
                <a:gd name="connsiteY3" fmla="*/ 122549 h 2055044"/>
                <a:gd name="connsiteX4" fmla="*/ 613504 w 3564093"/>
                <a:gd name="connsiteY4" fmla="*/ 94268 h 2055044"/>
                <a:gd name="connsiteX5" fmla="*/ 670065 w 3564093"/>
                <a:gd name="connsiteY5" fmla="*/ 75415 h 2055044"/>
                <a:gd name="connsiteX6" fmla="*/ 849174 w 3564093"/>
                <a:gd name="connsiteY6" fmla="*/ 94268 h 2055044"/>
                <a:gd name="connsiteX7" fmla="*/ 877454 w 3564093"/>
                <a:gd name="connsiteY7" fmla="*/ 103695 h 2055044"/>
                <a:gd name="connsiteX8" fmla="*/ 905735 w 3564093"/>
                <a:gd name="connsiteY8" fmla="*/ 122549 h 2055044"/>
                <a:gd name="connsiteX9" fmla="*/ 924588 w 3564093"/>
                <a:gd name="connsiteY9" fmla="*/ 150829 h 2055044"/>
                <a:gd name="connsiteX10" fmla="*/ 962295 w 3564093"/>
                <a:gd name="connsiteY10" fmla="*/ 207390 h 2055044"/>
                <a:gd name="connsiteX11" fmla="*/ 990576 w 3564093"/>
                <a:gd name="connsiteY11" fmla="*/ 216817 h 2055044"/>
                <a:gd name="connsiteX12" fmla="*/ 1018856 w 3564093"/>
                <a:gd name="connsiteY12" fmla="*/ 160256 h 2055044"/>
                <a:gd name="connsiteX13" fmla="*/ 1056563 w 3564093"/>
                <a:gd name="connsiteY13" fmla="*/ 103695 h 2055044"/>
                <a:gd name="connsiteX14" fmla="*/ 1122551 w 3564093"/>
                <a:gd name="connsiteY14" fmla="*/ 65988 h 2055044"/>
                <a:gd name="connsiteX15" fmla="*/ 1216819 w 3564093"/>
                <a:gd name="connsiteY15" fmla="*/ 37708 h 2055044"/>
                <a:gd name="connsiteX16" fmla="*/ 1339368 w 3564093"/>
                <a:gd name="connsiteY16" fmla="*/ 113122 h 2055044"/>
                <a:gd name="connsiteX17" fmla="*/ 1386502 w 3564093"/>
                <a:gd name="connsiteY17" fmla="*/ 160256 h 2055044"/>
                <a:gd name="connsiteX18" fmla="*/ 1424209 w 3564093"/>
                <a:gd name="connsiteY18" fmla="*/ 245097 h 2055044"/>
                <a:gd name="connsiteX19" fmla="*/ 1452489 w 3564093"/>
                <a:gd name="connsiteY19" fmla="*/ 254524 h 2055044"/>
                <a:gd name="connsiteX20" fmla="*/ 1499623 w 3564093"/>
                <a:gd name="connsiteY20" fmla="*/ 207390 h 2055044"/>
                <a:gd name="connsiteX21" fmla="*/ 1556184 w 3564093"/>
                <a:gd name="connsiteY21" fmla="*/ 169683 h 2055044"/>
                <a:gd name="connsiteX22" fmla="*/ 1612745 w 3564093"/>
                <a:gd name="connsiteY22" fmla="*/ 113122 h 2055044"/>
                <a:gd name="connsiteX23" fmla="*/ 1641025 w 3564093"/>
                <a:gd name="connsiteY23" fmla="*/ 84842 h 2055044"/>
                <a:gd name="connsiteX24" fmla="*/ 1659879 w 3564093"/>
                <a:gd name="connsiteY24" fmla="*/ 56561 h 2055044"/>
                <a:gd name="connsiteX25" fmla="*/ 1707013 w 3564093"/>
                <a:gd name="connsiteY25" fmla="*/ 28281 h 2055044"/>
                <a:gd name="connsiteX26" fmla="*/ 1773001 w 3564093"/>
                <a:gd name="connsiteY26" fmla="*/ 0 h 2055044"/>
                <a:gd name="connsiteX27" fmla="*/ 1857842 w 3564093"/>
                <a:gd name="connsiteY27" fmla="*/ 18854 h 2055044"/>
                <a:gd name="connsiteX28" fmla="*/ 1876695 w 3564093"/>
                <a:gd name="connsiteY28" fmla="*/ 47134 h 2055044"/>
                <a:gd name="connsiteX29" fmla="*/ 1933256 w 3564093"/>
                <a:gd name="connsiteY29" fmla="*/ 94268 h 2055044"/>
                <a:gd name="connsiteX30" fmla="*/ 1952110 w 3564093"/>
                <a:gd name="connsiteY30" fmla="*/ 122549 h 2055044"/>
                <a:gd name="connsiteX31" fmla="*/ 2036951 w 3564093"/>
                <a:gd name="connsiteY31" fmla="*/ 169683 h 2055044"/>
                <a:gd name="connsiteX32" fmla="*/ 2065232 w 3564093"/>
                <a:gd name="connsiteY32" fmla="*/ 188537 h 2055044"/>
                <a:gd name="connsiteX33" fmla="*/ 2131219 w 3564093"/>
                <a:gd name="connsiteY33" fmla="*/ 179110 h 2055044"/>
                <a:gd name="connsiteX34" fmla="*/ 2140646 w 3564093"/>
                <a:gd name="connsiteY34" fmla="*/ 150829 h 2055044"/>
                <a:gd name="connsiteX35" fmla="*/ 2272621 w 3564093"/>
                <a:gd name="connsiteY35" fmla="*/ 141403 h 2055044"/>
                <a:gd name="connsiteX36" fmla="*/ 2348036 w 3564093"/>
                <a:gd name="connsiteY36" fmla="*/ 188537 h 2055044"/>
                <a:gd name="connsiteX37" fmla="*/ 2404596 w 3564093"/>
                <a:gd name="connsiteY37" fmla="*/ 226244 h 2055044"/>
                <a:gd name="connsiteX38" fmla="*/ 2461157 w 3564093"/>
                <a:gd name="connsiteY38" fmla="*/ 216817 h 2055044"/>
                <a:gd name="connsiteX39" fmla="*/ 2498865 w 3564093"/>
                <a:gd name="connsiteY39" fmla="*/ 160256 h 2055044"/>
                <a:gd name="connsiteX40" fmla="*/ 2527145 w 3564093"/>
                <a:gd name="connsiteY40" fmla="*/ 131976 h 2055044"/>
                <a:gd name="connsiteX41" fmla="*/ 2545999 w 3564093"/>
                <a:gd name="connsiteY41" fmla="*/ 103695 h 2055044"/>
                <a:gd name="connsiteX42" fmla="*/ 2602559 w 3564093"/>
                <a:gd name="connsiteY42" fmla="*/ 84842 h 2055044"/>
                <a:gd name="connsiteX43" fmla="*/ 2640267 w 3564093"/>
                <a:gd name="connsiteY43" fmla="*/ 75415 h 2055044"/>
                <a:gd name="connsiteX44" fmla="*/ 2687401 w 3564093"/>
                <a:gd name="connsiteY44" fmla="*/ 65988 h 2055044"/>
                <a:gd name="connsiteX45" fmla="*/ 2715681 w 3564093"/>
                <a:gd name="connsiteY45" fmla="*/ 56561 h 2055044"/>
                <a:gd name="connsiteX46" fmla="*/ 2970205 w 3564093"/>
                <a:gd name="connsiteY46" fmla="*/ 65988 h 2055044"/>
                <a:gd name="connsiteX47" fmla="*/ 3073900 w 3564093"/>
                <a:gd name="connsiteY47" fmla="*/ 94268 h 2055044"/>
                <a:gd name="connsiteX48" fmla="*/ 3149314 w 3564093"/>
                <a:gd name="connsiteY48" fmla="*/ 113122 h 2055044"/>
                <a:gd name="connsiteX49" fmla="*/ 3215302 w 3564093"/>
                <a:gd name="connsiteY49" fmla="*/ 131976 h 2055044"/>
                <a:gd name="connsiteX50" fmla="*/ 3243582 w 3564093"/>
                <a:gd name="connsiteY50" fmla="*/ 150829 h 2055044"/>
                <a:gd name="connsiteX51" fmla="*/ 3318996 w 3564093"/>
                <a:gd name="connsiteY51" fmla="*/ 188537 h 2055044"/>
                <a:gd name="connsiteX52" fmla="*/ 3384984 w 3564093"/>
                <a:gd name="connsiteY52" fmla="*/ 235671 h 2055044"/>
                <a:gd name="connsiteX53" fmla="*/ 3441545 w 3564093"/>
                <a:gd name="connsiteY53" fmla="*/ 282805 h 2055044"/>
                <a:gd name="connsiteX54" fmla="*/ 3469825 w 3564093"/>
                <a:gd name="connsiteY54" fmla="*/ 329939 h 2055044"/>
                <a:gd name="connsiteX55" fmla="*/ 3488679 w 3564093"/>
                <a:gd name="connsiteY55" fmla="*/ 452487 h 2055044"/>
                <a:gd name="connsiteX56" fmla="*/ 3507533 w 3564093"/>
                <a:gd name="connsiteY56" fmla="*/ 565609 h 2055044"/>
                <a:gd name="connsiteX57" fmla="*/ 3526386 w 3564093"/>
                <a:gd name="connsiteY57" fmla="*/ 697584 h 2055044"/>
                <a:gd name="connsiteX58" fmla="*/ 3535813 w 3564093"/>
                <a:gd name="connsiteY58" fmla="*/ 735291 h 2055044"/>
                <a:gd name="connsiteX59" fmla="*/ 3554667 w 3564093"/>
                <a:gd name="connsiteY59" fmla="*/ 791852 h 2055044"/>
                <a:gd name="connsiteX60" fmla="*/ 3564093 w 3564093"/>
                <a:gd name="connsiteY60" fmla="*/ 829559 h 2055044"/>
                <a:gd name="connsiteX61" fmla="*/ 3554667 w 3564093"/>
                <a:gd name="connsiteY61" fmla="*/ 1197205 h 2055044"/>
                <a:gd name="connsiteX62" fmla="*/ 3535813 w 3564093"/>
                <a:gd name="connsiteY62" fmla="*/ 1253765 h 2055044"/>
                <a:gd name="connsiteX63" fmla="*/ 3526386 w 3564093"/>
                <a:gd name="connsiteY63" fmla="*/ 1282046 h 2055044"/>
                <a:gd name="connsiteX64" fmla="*/ 3469825 w 3564093"/>
                <a:gd name="connsiteY64" fmla="*/ 1329180 h 2055044"/>
                <a:gd name="connsiteX65" fmla="*/ 3460399 w 3564093"/>
                <a:gd name="connsiteY65" fmla="*/ 1357460 h 2055044"/>
                <a:gd name="connsiteX66" fmla="*/ 3432118 w 3564093"/>
                <a:gd name="connsiteY66" fmla="*/ 1414021 h 2055044"/>
                <a:gd name="connsiteX67" fmla="*/ 3450972 w 3564093"/>
                <a:gd name="connsiteY67" fmla="*/ 1498862 h 2055044"/>
                <a:gd name="connsiteX68" fmla="*/ 3460399 w 3564093"/>
                <a:gd name="connsiteY68" fmla="*/ 1527143 h 2055044"/>
                <a:gd name="connsiteX69" fmla="*/ 3498106 w 3564093"/>
                <a:gd name="connsiteY69" fmla="*/ 1602557 h 2055044"/>
                <a:gd name="connsiteX70" fmla="*/ 3507533 w 3564093"/>
                <a:gd name="connsiteY70" fmla="*/ 1649691 h 2055044"/>
                <a:gd name="connsiteX71" fmla="*/ 3554667 w 3564093"/>
                <a:gd name="connsiteY71" fmla="*/ 1706252 h 2055044"/>
                <a:gd name="connsiteX72" fmla="*/ 3545240 w 3564093"/>
                <a:gd name="connsiteY72" fmla="*/ 1743959 h 2055044"/>
                <a:gd name="connsiteX73" fmla="*/ 3498106 w 3564093"/>
                <a:gd name="connsiteY73" fmla="*/ 1800520 h 2055044"/>
                <a:gd name="connsiteX74" fmla="*/ 3479252 w 3564093"/>
                <a:gd name="connsiteY74" fmla="*/ 1828800 h 2055044"/>
                <a:gd name="connsiteX75" fmla="*/ 3450972 w 3564093"/>
                <a:gd name="connsiteY75" fmla="*/ 1838227 h 2055044"/>
                <a:gd name="connsiteX76" fmla="*/ 3422691 w 3564093"/>
                <a:gd name="connsiteY76" fmla="*/ 1857081 h 2055044"/>
                <a:gd name="connsiteX77" fmla="*/ 3375557 w 3564093"/>
                <a:gd name="connsiteY77" fmla="*/ 1875934 h 2055044"/>
                <a:gd name="connsiteX78" fmla="*/ 3309570 w 3564093"/>
                <a:gd name="connsiteY78" fmla="*/ 1913642 h 2055044"/>
                <a:gd name="connsiteX79" fmla="*/ 3234155 w 3564093"/>
                <a:gd name="connsiteY79" fmla="*/ 1932495 h 2055044"/>
                <a:gd name="connsiteX80" fmla="*/ 3177594 w 3564093"/>
                <a:gd name="connsiteY80" fmla="*/ 1951349 h 2055044"/>
                <a:gd name="connsiteX81" fmla="*/ 3111607 w 3564093"/>
                <a:gd name="connsiteY81" fmla="*/ 1941922 h 2055044"/>
                <a:gd name="connsiteX82" fmla="*/ 3055046 w 3564093"/>
                <a:gd name="connsiteY82" fmla="*/ 1932495 h 2055044"/>
                <a:gd name="connsiteX83" fmla="*/ 2941924 w 3564093"/>
                <a:gd name="connsiteY83" fmla="*/ 1923068 h 2055044"/>
                <a:gd name="connsiteX84" fmla="*/ 2866510 w 3564093"/>
                <a:gd name="connsiteY84" fmla="*/ 1913642 h 2055044"/>
                <a:gd name="connsiteX85" fmla="*/ 2564852 w 3564093"/>
                <a:gd name="connsiteY85" fmla="*/ 1932495 h 2055044"/>
                <a:gd name="connsiteX86" fmla="*/ 2536572 w 3564093"/>
                <a:gd name="connsiteY86" fmla="*/ 1941922 h 2055044"/>
                <a:gd name="connsiteX87" fmla="*/ 2470584 w 3564093"/>
                <a:gd name="connsiteY87" fmla="*/ 1960776 h 2055044"/>
                <a:gd name="connsiteX88" fmla="*/ 2432877 w 3564093"/>
                <a:gd name="connsiteY88" fmla="*/ 1979629 h 2055044"/>
                <a:gd name="connsiteX89" fmla="*/ 2404596 w 3564093"/>
                <a:gd name="connsiteY89" fmla="*/ 1989056 h 2055044"/>
                <a:gd name="connsiteX90" fmla="*/ 2319755 w 3564093"/>
                <a:gd name="connsiteY90" fmla="*/ 2026763 h 2055044"/>
                <a:gd name="connsiteX91" fmla="*/ 2263194 w 3564093"/>
                <a:gd name="connsiteY91" fmla="*/ 2036190 h 2055044"/>
                <a:gd name="connsiteX92" fmla="*/ 2150073 w 3564093"/>
                <a:gd name="connsiteY92" fmla="*/ 2055044 h 2055044"/>
                <a:gd name="connsiteX93" fmla="*/ 2018097 w 3564093"/>
                <a:gd name="connsiteY93" fmla="*/ 2045617 h 2055044"/>
                <a:gd name="connsiteX94" fmla="*/ 1904976 w 3564093"/>
                <a:gd name="connsiteY94" fmla="*/ 2036190 h 2055044"/>
                <a:gd name="connsiteX95" fmla="*/ 1791854 w 3564093"/>
                <a:gd name="connsiteY95" fmla="*/ 2045617 h 2055044"/>
                <a:gd name="connsiteX96" fmla="*/ 1537330 w 3564093"/>
                <a:gd name="connsiteY96" fmla="*/ 2036190 h 2055044"/>
                <a:gd name="connsiteX97" fmla="*/ 1452489 w 3564093"/>
                <a:gd name="connsiteY97" fmla="*/ 1989056 h 2055044"/>
                <a:gd name="connsiteX98" fmla="*/ 1395928 w 3564093"/>
                <a:gd name="connsiteY98" fmla="*/ 1970203 h 2055044"/>
                <a:gd name="connsiteX99" fmla="*/ 1367648 w 3564093"/>
                <a:gd name="connsiteY99" fmla="*/ 1960776 h 2055044"/>
                <a:gd name="connsiteX100" fmla="*/ 1282807 w 3564093"/>
                <a:gd name="connsiteY100" fmla="*/ 1913642 h 2055044"/>
                <a:gd name="connsiteX101" fmla="*/ 1122551 w 3564093"/>
                <a:gd name="connsiteY101" fmla="*/ 1923068 h 2055044"/>
                <a:gd name="connsiteX102" fmla="*/ 717199 w 3564093"/>
                <a:gd name="connsiteY102" fmla="*/ 1904215 h 2055044"/>
                <a:gd name="connsiteX103" fmla="*/ 679491 w 3564093"/>
                <a:gd name="connsiteY103" fmla="*/ 1847654 h 2055044"/>
                <a:gd name="connsiteX104" fmla="*/ 670065 w 3564093"/>
                <a:gd name="connsiteY104" fmla="*/ 1819374 h 2055044"/>
                <a:gd name="connsiteX105" fmla="*/ 632357 w 3564093"/>
                <a:gd name="connsiteY105" fmla="*/ 1762813 h 2055044"/>
                <a:gd name="connsiteX106" fmla="*/ 594650 w 3564093"/>
                <a:gd name="connsiteY106" fmla="*/ 1706252 h 2055044"/>
                <a:gd name="connsiteX107" fmla="*/ 538089 w 3564093"/>
                <a:gd name="connsiteY107" fmla="*/ 1659118 h 2055044"/>
                <a:gd name="connsiteX108" fmla="*/ 481528 w 3564093"/>
                <a:gd name="connsiteY108" fmla="*/ 1621411 h 2055044"/>
                <a:gd name="connsiteX109" fmla="*/ 453248 w 3564093"/>
                <a:gd name="connsiteY109" fmla="*/ 1602557 h 2055044"/>
                <a:gd name="connsiteX110" fmla="*/ 358980 w 3564093"/>
                <a:gd name="connsiteY110" fmla="*/ 1583704 h 2055044"/>
                <a:gd name="connsiteX111" fmla="*/ 161017 w 3564093"/>
                <a:gd name="connsiteY111" fmla="*/ 1574277 h 2055044"/>
                <a:gd name="connsiteX112" fmla="*/ 95029 w 3564093"/>
                <a:gd name="connsiteY112" fmla="*/ 1555423 h 2055044"/>
                <a:gd name="connsiteX113" fmla="*/ 66749 w 3564093"/>
                <a:gd name="connsiteY113" fmla="*/ 1545996 h 2055044"/>
                <a:gd name="connsiteX114" fmla="*/ 10188 w 3564093"/>
                <a:gd name="connsiteY114" fmla="*/ 1451728 h 2055044"/>
                <a:gd name="connsiteX115" fmla="*/ 10188 w 3564093"/>
                <a:gd name="connsiteY115" fmla="*/ 1206631 h 2055044"/>
                <a:gd name="connsiteX116" fmla="*/ 761 w 3564093"/>
                <a:gd name="connsiteY116" fmla="*/ 1131217 h 2055044"/>
                <a:gd name="connsiteX117" fmla="*/ 19615 w 3564093"/>
                <a:gd name="connsiteY117" fmla="*/ 914400 h 2055044"/>
                <a:gd name="connsiteX118" fmla="*/ 38469 w 3564093"/>
                <a:gd name="connsiteY118" fmla="*/ 791852 h 2055044"/>
                <a:gd name="connsiteX119" fmla="*/ 57322 w 3564093"/>
                <a:gd name="connsiteY119" fmla="*/ 716438 h 2055044"/>
                <a:gd name="connsiteX120" fmla="*/ 66749 w 3564093"/>
                <a:gd name="connsiteY120" fmla="*/ 688157 h 2055044"/>
                <a:gd name="connsiteX121" fmla="*/ 132737 w 3564093"/>
                <a:gd name="connsiteY121" fmla="*/ 603316 h 2055044"/>
                <a:gd name="connsiteX122" fmla="*/ 142163 w 3564093"/>
                <a:gd name="connsiteY122" fmla="*/ 575035 h 2055044"/>
                <a:gd name="connsiteX123" fmla="*/ 189297 w 3564093"/>
                <a:gd name="connsiteY123" fmla="*/ 518475 h 2055044"/>
                <a:gd name="connsiteX124" fmla="*/ 217578 w 3564093"/>
                <a:gd name="connsiteY124" fmla="*/ 461914 h 2055044"/>
                <a:gd name="connsiteX125" fmla="*/ 255285 w 3564093"/>
                <a:gd name="connsiteY125" fmla="*/ 433633 h 2055044"/>
                <a:gd name="connsiteX126" fmla="*/ 264712 w 3564093"/>
                <a:gd name="connsiteY126" fmla="*/ 405353 h 2055044"/>
                <a:gd name="connsiteX127" fmla="*/ 358980 w 3564093"/>
                <a:gd name="connsiteY127" fmla="*/ 320512 h 2055044"/>
                <a:gd name="connsiteX128" fmla="*/ 377834 w 3564093"/>
                <a:gd name="connsiteY128" fmla="*/ 292231 h 2055044"/>
                <a:gd name="connsiteX129" fmla="*/ 406114 w 3564093"/>
                <a:gd name="connsiteY129" fmla="*/ 263951 h 2055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</a:cxnLst>
              <a:rect l="l" t="t" r="r" b="b"/>
              <a:pathLst>
                <a:path w="3564093" h="2055044">
                  <a:moveTo>
                    <a:pt x="406114" y="263951"/>
                  </a:moveTo>
                  <a:lnTo>
                    <a:pt x="406114" y="263951"/>
                  </a:lnTo>
                  <a:cubicBezTo>
                    <a:pt x="428110" y="245097"/>
                    <a:pt x="450815" y="227040"/>
                    <a:pt x="472102" y="207390"/>
                  </a:cubicBezTo>
                  <a:cubicBezTo>
                    <a:pt x="527523" y="156232"/>
                    <a:pt x="514549" y="157096"/>
                    <a:pt x="566370" y="122549"/>
                  </a:cubicBezTo>
                  <a:cubicBezTo>
                    <a:pt x="581615" y="112386"/>
                    <a:pt x="596824" y="101850"/>
                    <a:pt x="613504" y="94268"/>
                  </a:cubicBezTo>
                  <a:cubicBezTo>
                    <a:pt x="631596" y="86044"/>
                    <a:pt x="670065" y="75415"/>
                    <a:pt x="670065" y="75415"/>
                  </a:cubicBezTo>
                  <a:cubicBezTo>
                    <a:pt x="748344" y="81006"/>
                    <a:pt x="784106" y="78001"/>
                    <a:pt x="849174" y="94268"/>
                  </a:cubicBezTo>
                  <a:cubicBezTo>
                    <a:pt x="858814" y="96678"/>
                    <a:pt x="868566" y="99251"/>
                    <a:pt x="877454" y="103695"/>
                  </a:cubicBezTo>
                  <a:cubicBezTo>
                    <a:pt x="887588" y="108762"/>
                    <a:pt x="896308" y="116264"/>
                    <a:pt x="905735" y="122549"/>
                  </a:cubicBezTo>
                  <a:cubicBezTo>
                    <a:pt x="912019" y="131976"/>
                    <a:pt x="919521" y="140696"/>
                    <a:pt x="924588" y="150829"/>
                  </a:cubicBezTo>
                  <a:cubicBezTo>
                    <a:pt x="941883" y="185420"/>
                    <a:pt x="922089" y="180586"/>
                    <a:pt x="962295" y="207390"/>
                  </a:cubicBezTo>
                  <a:cubicBezTo>
                    <a:pt x="970563" y="212902"/>
                    <a:pt x="981149" y="213675"/>
                    <a:pt x="990576" y="216817"/>
                  </a:cubicBezTo>
                  <a:cubicBezTo>
                    <a:pt x="1014271" y="145735"/>
                    <a:pt x="982308" y="233353"/>
                    <a:pt x="1018856" y="160256"/>
                  </a:cubicBezTo>
                  <a:cubicBezTo>
                    <a:pt x="1038874" y="120218"/>
                    <a:pt x="1012703" y="137808"/>
                    <a:pt x="1056563" y="103695"/>
                  </a:cubicBezTo>
                  <a:cubicBezTo>
                    <a:pt x="1107284" y="64245"/>
                    <a:pt x="1091637" y="65988"/>
                    <a:pt x="1122551" y="65988"/>
                  </a:cubicBezTo>
                  <a:lnTo>
                    <a:pt x="1216819" y="37708"/>
                  </a:lnTo>
                  <a:cubicBezTo>
                    <a:pt x="1319228" y="109393"/>
                    <a:pt x="1274699" y="91566"/>
                    <a:pt x="1339368" y="113122"/>
                  </a:cubicBezTo>
                  <a:cubicBezTo>
                    <a:pt x="1365166" y="130321"/>
                    <a:pt x="1373272" y="130489"/>
                    <a:pt x="1386502" y="160256"/>
                  </a:cubicBezTo>
                  <a:cubicBezTo>
                    <a:pt x="1395244" y="179926"/>
                    <a:pt x="1402137" y="227440"/>
                    <a:pt x="1424209" y="245097"/>
                  </a:cubicBezTo>
                  <a:cubicBezTo>
                    <a:pt x="1431968" y="251304"/>
                    <a:pt x="1443062" y="251382"/>
                    <a:pt x="1452489" y="254524"/>
                  </a:cubicBezTo>
                  <a:cubicBezTo>
                    <a:pt x="1487054" y="202679"/>
                    <a:pt x="1452490" y="246667"/>
                    <a:pt x="1499623" y="207390"/>
                  </a:cubicBezTo>
                  <a:cubicBezTo>
                    <a:pt x="1546698" y="168161"/>
                    <a:pt x="1506486" y="186250"/>
                    <a:pt x="1556184" y="169683"/>
                  </a:cubicBezTo>
                  <a:lnTo>
                    <a:pt x="1612745" y="113122"/>
                  </a:lnTo>
                  <a:cubicBezTo>
                    <a:pt x="1622172" y="103695"/>
                    <a:pt x="1633630" y="95934"/>
                    <a:pt x="1641025" y="84842"/>
                  </a:cubicBezTo>
                  <a:cubicBezTo>
                    <a:pt x="1647310" y="75415"/>
                    <a:pt x="1651277" y="63934"/>
                    <a:pt x="1659879" y="56561"/>
                  </a:cubicBezTo>
                  <a:cubicBezTo>
                    <a:pt x="1673790" y="44637"/>
                    <a:pt x="1690996" y="37179"/>
                    <a:pt x="1707013" y="28281"/>
                  </a:cubicBezTo>
                  <a:cubicBezTo>
                    <a:pt x="1741962" y="8865"/>
                    <a:pt x="1739624" y="11126"/>
                    <a:pt x="1773001" y="0"/>
                  </a:cubicBezTo>
                  <a:cubicBezTo>
                    <a:pt x="1773581" y="97"/>
                    <a:pt x="1845628" y="9083"/>
                    <a:pt x="1857842" y="18854"/>
                  </a:cubicBezTo>
                  <a:cubicBezTo>
                    <a:pt x="1866689" y="25931"/>
                    <a:pt x="1868684" y="39123"/>
                    <a:pt x="1876695" y="47134"/>
                  </a:cubicBezTo>
                  <a:cubicBezTo>
                    <a:pt x="1950846" y="121285"/>
                    <a:pt x="1856043" y="1612"/>
                    <a:pt x="1933256" y="94268"/>
                  </a:cubicBezTo>
                  <a:cubicBezTo>
                    <a:pt x="1940509" y="102972"/>
                    <a:pt x="1943583" y="115088"/>
                    <a:pt x="1952110" y="122549"/>
                  </a:cubicBezTo>
                  <a:cubicBezTo>
                    <a:pt x="2031370" y="191901"/>
                    <a:pt x="1980846" y="141630"/>
                    <a:pt x="2036951" y="169683"/>
                  </a:cubicBezTo>
                  <a:cubicBezTo>
                    <a:pt x="2047085" y="174750"/>
                    <a:pt x="2055805" y="182252"/>
                    <a:pt x="2065232" y="188537"/>
                  </a:cubicBezTo>
                  <a:cubicBezTo>
                    <a:pt x="2087228" y="185395"/>
                    <a:pt x="2111346" y="189047"/>
                    <a:pt x="2131219" y="179110"/>
                  </a:cubicBezTo>
                  <a:cubicBezTo>
                    <a:pt x="2140107" y="174666"/>
                    <a:pt x="2131045" y="153389"/>
                    <a:pt x="2140646" y="150829"/>
                  </a:cubicBezTo>
                  <a:cubicBezTo>
                    <a:pt x="2183261" y="139465"/>
                    <a:pt x="2228629" y="144545"/>
                    <a:pt x="2272621" y="141403"/>
                  </a:cubicBezTo>
                  <a:cubicBezTo>
                    <a:pt x="2400398" y="183994"/>
                    <a:pt x="2283686" y="132230"/>
                    <a:pt x="2348036" y="188537"/>
                  </a:cubicBezTo>
                  <a:cubicBezTo>
                    <a:pt x="2365089" y="203458"/>
                    <a:pt x="2404596" y="226244"/>
                    <a:pt x="2404596" y="226244"/>
                  </a:cubicBezTo>
                  <a:cubicBezTo>
                    <a:pt x="2423450" y="223102"/>
                    <a:pt x="2445498" y="227778"/>
                    <a:pt x="2461157" y="216817"/>
                  </a:cubicBezTo>
                  <a:cubicBezTo>
                    <a:pt x="2479720" y="203823"/>
                    <a:pt x="2482842" y="176279"/>
                    <a:pt x="2498865" y="160256"/>
                  </a:cubicBezTo>
                  <a:cubicBezTo>
                    <a:pt x="2508292" y="150829"/>
                    <a:pt x="2518611" y="142217"/>
                    <a:pt x="2527145" y="131976"/>
                  </a:cubicBezTo>
                  <a:cubicBezTo>
                    <a:pt x="2534398" y="123272"/>
                    <a:pt x="2536391" y="109700"/>
                    <a:pt x="2545999" y="103695"/>
                  </a:cubicBezTo>
                  <a:cubicBezTo>
                    <a:pt x="2562851" y="93162"/>
                    <a:pt x="2583279" y="89662"/>
                    <a:pt x="2602559" y="84842"/>
                  </a:cubicBezTo>
                  <a:cubicBezTo>
                    <a:pt x="2615128" y="81700"/>
                    <a:pt x="2627619" y="78226"/>
                    <a:pt x="2640267" y="75415"/>
                  </a:cubicBezTo>
                  <a:cubicBezTo>
                    <a:pt x="2655908" y="71939"/>
                    <a:pt x="2671857" y="69874"/>
                    <a:pt x="2687401" y="65988"/>
                  </a:cubicBezTo>
                  <a:cubicBezTo>
                    <a:pt x="2697041" y="63578"/>
                    <a:pt x="2706254" y="59703"/>
                    <a:pt x="2715681" y="56561"/>
                  </a:cubicBezTo>
                  <a:cubicBezTo>
                    <a:pt x="2800522" y="59703"/>
                    <a:pt x="2885616" y="58737"/>
                    <a:pt x="2970205" y="65988"/>
                  </a:cubicBezTo>
                  <a:cubicBezTo>
                    <a:pt x="3025189" y="70701"/>
                    <a:pt x="3032568" y="82996"/>
                    <a:pt x="3073900" y="94268"/>
                  </a:cubicBezTo>
                  <a:cubicBezTo>
                    <a:pt x="3098899" y="101086"/>
                    <a:pt x="3124176" y="106837"/>
                    <a:pt x="3149314" y="113122"/>
                  </a:cubicBezTo>
                  <a:cubicBezTo>
                    <a:pt x="3161396" y="116142"/>
                    <a:pt x="3201778" y="125214"/>
                    <a:pt x="3215302" y="131976"/>
                  </a:cubicBezTo>
                  <a:cubicBezTo>
                    <a:pt x="3225435" y="137043"/>
                    <a:pt x="3233636" y="145404"/>
                    <a:pt x="3243582" y="150829"/>
                  </a:cubicBezTo>
                  <a:cubicBezTo>
                    <a:pt x="3268255" y="164287"/>
                    <a:pt x="3295611" y="172948"/>
                    <a:pt x="3318996" y="188537"/>
                  </a:cubicBezTo>
                  <a:cubicBezTo>
                    <a:pt x="3385646" y="232968"/>
                    <a:pt x="3303134" y="177207"/>
                    <a:pt x="3384984" y="235671"/>
                  </a:cubicBezTo>
                  <a:cubicBezTo>
                    <a:pt x="3410782" y="254098"/>
                    <a:pt x="3421228" y="255715"/>
                    <a:pt x="3441545" y="282805"/>
                  </a:cubicBezTo>
                  <a:cubicBezTo>
                    <a:pt x="3452538" y="297463"/>
                    <a:pt x="3460398" y="314228"/>
                    <a:pt x="3469825" y="329939"/>
                  </a:cubicBezTo>
                  <a:cubicBezTo>
                    <a:pt x="3487389" y="400194"/>
                    <a:pt x="3475107" y="343912"/>
                    <a:pt x="3488679" y="452487"/>
                  </a:cubicBezTo>
                  <a:cubicBezTo>
                    <a:pt x="3508653" y="612273"/>
                    <a:pt x="3487777" y="440486"/>
                    <a:pt x="3507533" y="565609"/>
                  </a:cubicBezTo>
                  <a:cubicBezTo>
                    <a:pt x="3514464" y="609503"/>
                    <a:pt x="3515608" y="654473"/>
                    <a:pt x="3526386" y="697584"/>
                  </a:cubicBezTo>
                  <a:cubicBezTo>
                    <a:pt x="3529528" y="710153"/>
                    <a:pt x="3532090" y="722882"/>
                    <a:pt x="3535813" y="735291"/>
                  </a:cubicBezTo>
                  <a:cubicBezTo>
                    <a:pt x="3541524" y="754326"/>
                    <a:pt x="3549847" y="772572"/>
                    <a:pt x="3554667" y="791852"/>
                  </a:cubicBezTo>
                  <a:lnTo>
                    <a:pt x="3564093" y="829559"/>
                  </a:lnTo>
                  <a:cubicBezTo>
                    <a:pt x="3560951" y="952108"/>
                    <a:pt x="3562821" y="1074888"/>
                    <a:pt x="3554667" y="1197205"/>
                  </a:cubicBezTo>
                  <a:cubicBezTo>
                    <a:pt x="3553345" y="1217034"/>
                    <a:pt x="3542098" y="1234912"/>
                    <a:pt x="3535813" y="1253765"/>
                  </a:cubicBezTo>
                  <a:cubicBezTo>
                    <a:pt x="3532671" y="1263192"/>
                    <a:pt x="3533412" y="1275020"/>
                    <a:pt x="3526386" y="1282046"/>
                  </a:cubicBezTo>
                  <a:cubicBezTo>
                    <a:pt x="3490095" y="1318337"/>
                    <a:pt x="3509198" y="1302931"/>
                    <a:pt x="3469825" y="1329180"/>
                  </a:cubicBezTo>
                  <a:cubicBezTo>
                    <a:pt x="3466683" y="1338607"/>
                    <a:pt x="3464843" y="1348572"/>
                    <a:pt x="3460399" y="1357460"/>
                  </a:cubicBezTo>
                  <a:cubicBezTo>
                    <a:pt x="3423848" y="1430564"/>
                    <a:pt x="3455815" y="1342933"/>
                    <a:pt x="3432118" y="1414021"/>
                  </a:cubicBezTo>
                  <a:cubicBezTo>
                    <a:pt x="3438598" y="1446421"/>
                    <a:pt x="3442096" y="1467797"/>
                    <a:pt x="3450972" y="1498862"/>
                  </a:cubicBezTo>
                  <a:cubicBezTo>
                    <a:pt x="3453702" y="1508417"/>
                    <a:pt x="3456287" y="1518097"/>
                    <a:pt x="3460399" y="1527143"/>
                  </a:cubicBezTo>
                  <a:cubicBezTo>
                    <a:pt x="3472029" y="1552729"/>
                    <a:pt x="3498106" y="1602557"/>
                    <a:pt x="3498106" y="1602557"/>
                  </a:cubicBezTo>
                  <a:cubicBezTo>
                    <a:pt x="3501248" y="1618268"/>
                    <a:pt x="3501907" y="1634689"/>
                    <a:pt x="3507533" y="1649691"/>
                  </a:cubicBezTo>
                  <a:cubicBezTo>
                    <a:pt x="3515409" y="1670693"/>
                    <a:pt x="3539993" y="1691578"/>
                    <a:pt x="3554667" y="1706252"/>
                  </a:cubicBezTo>
                  <a:cubicBezTo>
                    <a:pt x="3551525" y="1718821"/>
                    <a:pt x="3550344" y="1732051"/>
                    <a:pt x="3545240" y="1743959"/>
                  </a:cubicBezTo>
                  <a:cubicBezTo>
                    <a:pt x="3532849" y="1772871"/>
                    <a:pt x="3518092" y="1776537"/>
                    <a:pt x="3498106" y="1800520"/>
                  </a:cubicBezTo>
                  <a:cubicBezTo>
                    <a:pt x="3490853" y="1809224"/>
                    <a:pt x="3488099" y="1821722"/>
                    <a:pt x="3479252" y="1828800"/>
                  </a:cubicBezTo>
                  <a:cubicBezTo>
                    <a:pt x="3471493" y="1835007"/>
                    <a:pt x="3459860" y="1833783"/>
                    <a:pt x="3450972" y="1838227"/>
                  </a:cubicBezTo>
                  <a:cubicBezTo>
                    <a:pt x="3440838" y="1843294"/>
                    <a:pt x="3432825" y="1852014"/>
                    <a:pt x="3422691" y="1857081"/>
                  </a:cubicBezTo>
                  <a:cubicBezTo>
                    <a:pt x="3407556" y="1864648"/>
                    <a:pt x="3390692" y="1868366"/>
                    <a:pt x="3375557" y="1875934"/>
                  </a:cubicBezTo>
                  <a:cubicBezTo>
                    <a:pt x="3334180" y="1896622"/>
                    <a:pt x="3359152" y="1897115"/>
                    <a:pt x="3309570" y="1913642"/>
                  </a:cubicBezTo>
                  <a:cubicBezTo>
                    <a:pt x="3284988" y="1921836"/>
                    <a:pt x="3258737" y="1924301"/>
                    <a:pt x="3234155" y="1932495"/>
                  </a:cubicBezTo>
                  <a:lnTo>
                    <a:pt x="3177594" y="1951349"/>
                  </a:lnTo>
                  <a:lnTo>
                    <a:pt x="3111607" y="1941922"/>
                  </a:lnTo>
                  <a:cubicBezTo>
                    <a:pt x="3092716" y="1939016"/>
                    <a:pt x="3074043" y="1934606"/>
                    <a:pt x="3055046" y="1932495"/>
                  </a:cubicBezTo>
                  <a:cubicBezTo>
                    <a:pt x="3017439" y="1928316"/>
                    <a:pt x="2979574" y="1926833"/>
                    <a:pt x="2941924" y="1923068"/>
                  </a:cubicBezTo>
                  <a:cubicBezTo>
                    <a:pt x="2916716" y="1920547"/>
                    <a:pt x="2891648" y="1916784"/>
                    <a:pt x="2866510" y="1913642"/>
                  </a:cubicBezTo>
                  <a:cubicBezTo>
                    <a:pt x="2758181" y="1917654"/>
                    <a:pt x="2664625" y="1907551"/>
                    <a:pt x="2564852" y="1932495"/>
                  </a:cubicBezTo>
                  <a:cubicBezTo>
                    <a:pt x="2555212" y="1934905"/>
                    <a:pt x="2546126" y="1939192"/>
                    <a:pt x="2536572" y="1941922"/>
                  </a:cubicBezTo>
                  <a:cubicBezTo>
                    <a:pt x="2512652" y="1948756"/>
                    <a:pt x="2493187" y="1951089"/>
                    <a:pt x="2470584" y="1960776"/>
                  </a:cubicBezTo>
                  <a:cubicBezTo>
                    <a:pt x="2457668" y="1966311"/>
                    <a:pt x="2445793" y="1974094"/>
                    <a:pt x="2432877" y="1979629"/>
                  </a:cubicBezTo>
                  <a:cubicBezTo>
                    <a:pt x="2423743" y="1983543"/>
                    <a:pt x="2413729" y="1985142"/>
                    <a:pt x="2404596" y="1989056"/>
                  </a:cubicBezTo>
                  <a:cubicBezTo>
                    <a:pt x="2368344" y="2004593"/>
                    <a:pt x="2359959" y="2015798"/>
                    <a:pt x="2319755" y="2026763"/>
                  </a:cubicBezTo>
                  <a:cubicBezTo>
                    <a:pt x="2301315" y="2031792"/>
                    <a:pt x="2281937" y="2032441"/>
                    <a:pt x="2263194" y="2036190"/>
                  </a:cubicBezTo>
                  <a:cubicBezTo>
                    <a:pt x="2159386" y="2056952"/>
                    <a:pt x="2319539" y="2033860"/>
                    <a:pt x="2150073" y="2055044"/>
                  </a:cubicBezTo>
                  <a:lnTo>
                    <a:pt x="2018097" y="2045617"/>
                  </a:lnTo>
                  <a:cubicBezTo>
                    <a:pt x="1980371" y="2042715"/>
                    <a:pt x="1942814" y="2036190"/>
                    <a:pt x="1904976" y="2036190"/>
                  </a:cubicBezTo>
                  <a:cubicBezTo>
                    <a:pt x="1867138" y="2036190"/>
                    <a:pt x="1829561" y="2042475"/>
                    <a:pt x="1791854" y="2045617"/>
                  </a:cubicBezTo>
                  <a:cubicBezTo>
                    <a:pt x="1707013" y="2042475"/>
                    <a:pt x="1622041" y="2041838"/>
                    <a:pt x="1537330" y="2036190"/>
                  </a:cubicBezTo>
                  <a:cubicBezTo>
                    <a:pt x="1501796" y="2033821"/>
                    <a:pt x="1484840" y="1999839"/>
                    <a:pt x="1452489" y="1989056"/>
                  </a:cubicBezTo>
                  <a:lnTo>
                    <a:pt x="1395928" y="1970203"/>
                  </a:lnTo>
                  <a:cubicBezTo>
                    <a:pt x="1386501" y="1967061"/>
                    <a:pt x="1375916" y="1966288"/>
                    <a:pt x="1367648" y="1960776"/>
                  </a:cubicBezTo>
                  <a:cubicBezTo>
                    <a:pt x="1302819" y="1917556"/>
                    <a:pt x="1332584" y="1930233"/>
                    <a:pt x="1282807" y="1913642"/>
                  </a:cubicBezTo>
                  <a:cubicBezTo>
                    <a:pt x="1229388" y="1916784"/>
                    <a:pt x="1176062" y="1923068"/>
                    <a:pt x="1122551" y="1923068"/>
                  </a:cubicBezTo>
                  <a:cubicBezTo>
                    <a:pt x="764567" y="1923068"/>
                    <a:pt x="862463" y="1952638"/>
                    <a:pt x="717199" y="1904215"/>
                  </a:cubicBezTo>
                  <a:cubicBezTo>
                    <a:pt x="704630" y="1885361"/>
                    <a:pt x="686656" y="1869151"/>
                    <a:pt x="679491" y="1847654"/>
                  </a:cubicBezTo>
                  <a:cubicBezTo>
                    <a:pt x="676349" y="1838227"/>
                    <a:pt x="674891" y="1828060"/>
                    <a:pt x="670065" y="1819374"/>
                  </a:cubicBezTo>
                  <a:cubicBezTo>
                    <a:pt x="659061" y="1799566"/>
                    <a:pt x="644926" y="1781667"/>
                    <a:pt x="632357" y="1762813"/>
                  </a:cubicBezTo>
                  <a:cubicBezTo>
                    <a:pt x="632355" y="1762809"/>
                    <a:pt x="594654" y="1706255"/>
                    <a:pt x="594650" y="1706252"/>
                  </a:cubicBezTo>
                  <a:cubicBezTo>
                    <a:pt x="493578" y="1638868"/>
                    <a:pt x="646984" y="1743813"/>
                    <a:pt x="538089" y="1659118"/>
                  </a:cubicBezTo>
                  <a:cubicBezTo>
                    <a:pt x="520203" y="1645207"/>
                    <a:pt x="500382" y="1633980"/>
                    <a:pt x="481528" y="1621411"/>
                  </a:cubicBezTo>
                  <a:cubicBezTo>
                    <a:pt x="472101" y="1615126"/>
                    <a:pt x="463996" y="1606140"/>
                    <a:pt x="453248" y="1602557"/>
                  </a:cubicBezTo>
                  <a:cubicBezTo>
                    <a:pt x="413135" y="1589186"/>
                    <a:pt x="414129" y="1587643"/>
                    <a:pt x="358980" y="1583704"/>
                  </a:cubicBezTo>
                  <a:cubicBezTo>
                    <a:pt x="293085" y="1578997"/>
                    <a:pt x="227005" y="1577419"/>
                    <a:pt x="161017" y="1574277"/>
                  </a:cubicBezTo>
                  <a:cubicBezTo>
                    <a:pt x="93212" y="1551675"/>
                    <a:pt x="177887" y="1579097"/>
                    <a:pt x="95029" y="1555423"/>
                  </a:cubicBezTo>
                  <a:cubicBezTo>
                    <a:pt x="85475" y="1552693"/>
                    <a:pt x="76176" y="1549138"/>
                    <a:pt x="66749" y="1545996"/>
                  </a:cubicBezTo>
                  <a:cubicBezTo>
                    <a:pt x="21247" y="1477742"/>
                    <a:pt x="39176" y="1509702"/>
                    <a:pt x="10188" y="1451728"/>
                  </a:cubicBezTo>
                  <a:cubicBezTo>
                    <a:pt x="-12737" y="1314179"/>
                    <a:pt x="10188" y="1476545"/>
                    <a:pt x="10188" y="1206631"/>
                  </a:cubicBezTo>
                  <a:cubicBezTo>
                    <a:pt x="10188" y="1181297"/>
                    <a:pt x="3903" y="1156355"/>
                    <a:pt x="761" y="1131217"/>
                  </a:cubicBezTo>
                  <a:cubicBezTo>
                    <a:pt x="10200" y="999067"/>
                    <a:pt x="6617" y="1024877"/>
                    <a:pt x="19615" y="914400"/>
                  </a:cubicBezTo>
                  <a:cubicBezTo>
                    <a:pt x="26018" y="859973"/>
                    <a:pt x="27243" y="840499"/>
                    <a:pt x="38469" y="791852"/>
                  </a:cubicBezTo>
                  <a:cubicBezTo>
                    <a:pt x="44295" y="766604"/>
                    <a:pt x="49128" y="741020"/>
                    <a:pt x="57322" y="716438"/>
                  </a:cubicBezTo>
                  <a:cubicBezTo>
                    <a:pt x="60464" y="707011"/>
                    <a:pt x="61923" y="696843"/>
                    <a:pt x="66749" y="688157"/>
                  </a:cubicBezTo>
                  <a:cubicBezTo>
                    <a:pt x="94939" y="637415"/>
                    <a:pt x="98384" y="637668"/>
                    <a:pt x="132737" y="603316"/>
                  </a:cubicBezTo>
                  <a:cubicBezTo>
                    <a:pt x="135879" y="593889"/>
                    <a:pt x="137719" y="583923"/>
                    <a:pt x="142163" y="575035"/>
                  </a:cubicBezTo>
                  <a:cubicBezTo>
                    <a:pt x="155286" y="548789"/>
                    <a:pt x="168451" y="539321"/>
                    <a:pt x="189297" y="518475"/>
                  </a:cubicBezTo>
                  <a:cubicBezTo>
                    <a:pt x="196965" y="495472"/>
                    <a:pt x="199303" y="480189"/>
                    <a:pt x="217578" y="461914"/>
                  </a:cubicBezTo>
                  <a:cubicBezTo>
                    <a:pt x="228688" y="450804"/>
                    <a:pt x="242716" y="443060"/>
                    <a:pt x="255285" y="433633"/>
                  </a:cubicBezTo>
                  <a:cubicBezTo>
                    <a:pt x="258427" y="424206"/>
                    <a:pt x="258505" y="413112"/>
                    <a:pt x="264712" y="405353"/>
                  </a:cubicBezTo>
                  <a:cubicBezTo>
                    <a:pt x="306999" y="352495"/>
                    <a:pt x="316367" y="348920"/>
                    <a:pt x="358980" y="320512"/>
                  </a:cubicBezTo>
                  <a:cubicBezTo>
                    <a:pt x="365265" y="311085"/>
                    <a:pt x="369823" y="300242"/>
                    <a:pt x="377834" y="292231"/>
                  </a:cubicBezTo>
                  <a:lnTo>
                    <a:pt x="406114" y="263951"/>
                  </a:lnTo>
                  <a:close/>
                </a:path>
              </a:pathLst>
            </a:custGeom>
            <a:noFill/>
            <a:ln w="34925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ES"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2109A3BA-F5BE-A48B-0A98-96BA48515175}"/>
                </a:ext>
              </a:extLst>
            </p:cNvPr>
            <p:cNvSpPr txBox="1"/>
            <p:nvPr/>
          </p:nvSpPr>
          <p:spPr>
            <a:xfrm>
              <a:off x="5590481" y="4505219"/>
              <a:ext cx="1185831" cy="3385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ES"/>
              </a:defPPr>
              <a:lvl1pPr>
                <a:defRPr sz="1200" b="1">
                  <a:solidFill>
                    <a:srgbClr val="C00000"/>
                  </a:solidFill>
                  <a:effectLst>
                    <a:glow rad="178202">
                      <a:schemeClr val="bg1">
                        <a:alpha val="40000"/>
                      </a:schemeClr>
                    </a:glow>
                  </a:effectLst>
                  <a:latin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pPr algn="ctr"/>
              <a:r>
                <a:rPr lang="es-ES" sz="1100" dirty="0">
                  <a:solidFill>
                    <a:srgbClr val="FFC000"/>
                  </a:solidFill>
                  <a:effectLst>
                    <a:glow rad="63500">
                      <a:schemeClr val="bg1">
                        <a:alpha val="95000"/>
                      </a:schemeClr>
                    </a:glow>
                  </a:effectLst>
                </a:rPr>
                <a:t>Productores primarios</a:t>
              </a:r>
              <a:endParaRPr lang="en-ES" sz="1100" dirty="0">
                <a:solidFill>
                  <a:srgbClr val="FFC000"/>
                </a:solidFill>
                <a:effectLst>
                  <a:glow rad="63500">
                    <a:schemeClr val="bg1">
                      <a:alpha val="95000"/>
                    </a:schemeClr>
                  </a:glow>
                </a:effectLst>
              </a:endParaRPr>
            </a:p>
          </p:txBody>
        </p:sp>
      </p:grp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A8CDADE3-E199-9AB7-8D09-675B8C7B1F5E}"/>
              </a:ext>
            </a:extLst>
          </p:cNvPr>
          <p:cNvGrpSpPr/>
          <p:nvPr/>
        </p:nvGrpSpPr>
        <p:grpSpPr>
          <a:xfrm>
            <a:off x="5530788" y="5181995"/>
            <a:ext cx="1563664" cy="786798"/>
            <a:chOff x="5530788" y="5181995"/>
            <a:chExt cx="1563664" cy="786798"/>
          </a:xfrm>
        </p:grpSpPr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9EE75BE2-5B35-4E0C-A955-803752170990}"/>
                </a:ext>
              </a:extLst>
            </p:cNvPr>
            <p:cNvSpPr/>
            <p:nvPr/>
          </p:nvSpPr>
          <p:spPr>
            <a:xfrm>
              <a:off x="5530788" y="5341970"/>
              <a:ext cx="1563664" cy="626823"/>
            </a:xfrm>
            <a:custGeom>
              <a:avLst/>
              <a:gdLst>
                <a:gd name="connsiteX0" fmla="*/ 53266 w 1562470"/>
                <a:gd name="connsiteY0" fmla="*/ 0 h 665825"/>
                <a:gd name="connsiteX1" fmla="*/ 0 w 1562470"/>
                <a:gd name="connsiteY1" fmla="*/ 248574 h 665825"/>
                <a:gd name="connsiteX2" fmla="*/ 159798 w 1562470"/>
                <a:gd name="connsiteY2" fmla="*/ 470516 h 665825"/>
                <a:gd name="connsiteX3" fmla="*/ 186431 w 1562470"/>
                <a:gd name="connsiteY3" fmla="*/ 665825 h 665825"/>
                <a:gd name="connsiteX4" fmla="*/ 399495 w 1562470"/>
                <a:gd name="connsiteY4" fmla="*/ 568171 h 665825"/>
                <a:gd name="connsiteX5" fmla="*/ 594804 w 1562470"/>
                <a:gd name="connsiteY5" fmla="*/ 639192 h 665825"/>
                <a:gd name="connsiteX6" fmla="*/ 798991 w 1562470"/>
                <a:gd name="connsiteY6" fmla="*/ 461639 h 665825"/>
                <a:gd name="connsiteX7" fmla="*/ 958789 w 1562470"/>
                <a:gd name="connsiteY7" fmla="*/ 506027 h 665825"/>
                <a:gd name="connsiteX8" fmla="*/ 1171853 w 1562470"/>
                <a:gd name="connsiteY8" fmla="*/ 577048 h 665825"/>
                <a:gd name="connsiteX9" fmla="*/ 1464816 w 1562470"/>
                <a:gd name="connsiteY9" fmla="*/ 559293 h 665825"/>
                <a:gd name="connsiteX10" fmla="*/ 1562470 w 1562470"/>
                <a:gd name="connsiteY10" fmla="*/ 381739 h 665825"/>
                <a:gd name="connsiteX11" fmla="*/ 1411550 w 1562470"/>
                <a:gd name="connsiteY11" fmla="*/ 195308 h 665825"/>
                <a:gd name="connsiteX12" fmla="*/ 1056443 w 1562470"/>
                <a:gd name="connsiteY12" fmla="*/ 133165 h 665825"/>
                <a:gd name="connsiteX13" fmla="*/ 870012 w 1562470"/>
                <a:gd name="connsiteY13" fmla="*/ 71021 h 665825"/>
                <a:gd name="connsiteX14" fmla="*/ 399495 w 1562470"/>
                <a:gd name="connsiteY14" fmla="*/ 44388 h 665825"/>
                <a:gd name="connsiteX15" fmla="*/ 204187 w 1562470"/>
                <a:gd name="connsiteY15" fmla="*/ 44388 h 665825"/>
                <a:gd name="connsiteX16" fmla="*/ 62144 w 1562470"/>
                <a:gd name="connsiteY16" fmla="*/ 62143 h 665825"/>
                <a:gd name="connsiteX17" fmla="*/ 44389 w 1562470"/>
                <a:gd name="connsiteY17" fmla="*/ 97654 h 665825"/>
                <a:gd name="connsiteX0" fmla="*/ 46827 w 1562470"/>
                <a:gd name="connsiteY0" fmla="*/ 58643 h 621437"/>
                <a:gd name="connsiteX1" fmla="*/ 0 w 1562470"/>
                <a:gd name="connsiteY1" fmla="*/ 204186 h 621437"/>
                <a:gd name="connsiteX2" fmla="*/ 159798 w 1562470"/>
                <a:gd name="connsiteY2" fmla="*/ 426128 h 621437"/>
                <a:gd name="connsiteX3" fmla="*/ 186431 w 1562470"/>
                <a:gd name="connsiteY3" fmla="*/ 621437 h 621437"/>
                <a:gd name="connsiteX4" fmla="*/ 399495 w 1562470"/>
                <a:gd name="connsiteY4" fmla="*/ 523783 h 621437"/>
                <a:gd name="connsiteX5" fmla="*/ 594804 w 1562470"/>
                <a:gd name="connsiteY5" fmla="*/ 594804 h 621437"/>
                <a:gd name="connsiteX6" fmla="*/ 798991 w 1562470"/>
                <a:gd name="connsiteY6" fmla="*/ 417251 h 621437"/>
                <a:gd name="connsiteX7" fmla="*/ 958789 w 1562470"/>
                <a:gd name="connsiteY7" fmla="*/ 461639 h 621437"/>
                <a:gd name="connsiteX8" fmla="*/ 1171853 w 1562470"/>
                <a:gd name="connsiteY8" fmla="*/ 532660 h 621437"/>
                <a:gd name="connsiteX9" fmla="*/ 1464816 w 1562470"/>
                <a:gd name="connsiteY9" fmla="*/ 514905 h 621437"/>
                <a:gd name="connsiteX10" fmla="*/ 1562470 w 1562470"/>
                <a:gd name="connsiteY10" fmla="*/ 337351 h 621437"/>
                <a:gd name="connsiteX11" fmla="*/ 1411550 w 1562470"/>
                <a:gd name="connsiteY11" fmla="*/ 150920 h 621437"/>
                <a:gd name="connsiteX12" fmla="*/ 1056443 w 1562470"/>
                <a:gd name="connsiteY12" fmla="*/ 88777 h 621437"/>
                <a:gd name="connsiteX13" fmla="*/ 870012 w 1562470"/>
                <a:gd name="connsiteY13" fmla="*/ 26633 h 621437"/>
                <a:gd name="connsiteX14" fmla="*/ 399495 w 1562470"/>
                <a:gd name="connsiteY14" fmla="*/ 0 h 621437"/>
                <a:gd name="connsiteX15" fmla="*/ 204187 w 1562470"/>
                <a:gd name="connsiteY15" fmla="*/ 0 h 621437"/>
                <a:gd name="connsiteX16" fmla="*/ 62144 w 1562470"/>
                <a:gd name="connsiteY16" fmla="*/ 17755 h 621437"/>
                <a:gd name="connsiteX17" fmla="*/ 44389 w 1562470"/>
                <a:gd name="connsiteY17" fmla="*/ 53266 h 621437"/>
                <a:gd name="connsiteX0" fmla="*/ 46827 w 1562470"/>
                <a:gd name="connsiteY0" fmla="*/ 61444 h 624238"/>
                <a:gd name="connsiteX1" fmla="*/ 0 w 1562470"/>
                <a:gd name="connsiteY1" fmla="*/ 206987 h 624238"/>
                <a:gd name="connsiteX2" fmla="*/ 159798 w 1562470"/>
                <a:gd name="connsiteY2" fmla="*/ 428929 h 624238"/>
                <a:gd name="connsiteX3" fmla="*/ 186431 w 1562470"/>
                <a:gd name="connsiteY3" fmla="*/ 624238 h 624238"/>
                <a:gd name="connsiteX4" fmla="*/ 399495 w 1562470"/>
                <a:gd name="connsiteY4" fmla="*/ 526584 h 624238"/>
                <a:gd name="connsiteX5" fmla="*/ 594804 w 1562470"/>
                <a:gd name="connsiteY5" fmla="*/ 597605 h 624238"/>
                <a:gd name="connsiteX6" fmla="*/ 798991 w 1562470"/>
                <a:gd name="connsiteY6" fmla="*/ 420052 h 624238"/>
                <a:gd name="connsiteX7" fmla="*/ 958789 w 1562470"/>
                <a:gd name="connsiteY7" fmla="*/ 464440 h 624238"/>
                <a:gd name="connsiteX8" fmla="*/ 1171853 w 1562470"/>
                <a:gd name="connsiteY8" fmla="*/ 535461 h 624238"/>
                <a:gd name="connsiteX9" fmla="*/ 1464816 w 1562470"/>
                <a:gd name="connsiteY9" fmla="*/ 517706 h 624238"/>
                <a:gd name="connsiteX10" fmla="*/ 1562470 w 1562470"/>
                <a:gd name="connsiteY10" fmla="*/ 340152 h 624238"/>
                <a:gd name="connsiteX11" fmla="*/ 1411550 w 1562470"/>
                <a:gd name="connsiteY11" fmla="*/ 153721 h 624238"/>
                <a:gd name="connsiteX12" fmla="*/ 1056443 w 1562470"/>
                <a:gd name="connsiteY12" fmla="*/ 91578 h 624238"/>
                <a:gd name="connsiteX13" fmla="*/ 870012 w 1562470"/>
                <a:gd name="connsiteY13" fmla="*/ 29434 h 624238"/>
                <a:gd name="connsiteX14" fmla="*/ 399495 w 1562470"/>
                <a:gd name="connsiteY14" fmla="*/ 2801 h 624238"/>
                <a:gd name="connsiteX15" fmla="*/ 204187 w 1562470"/>
                <a:gd name="connsiteY15" fmla="*/ 2801 h 624238"/>
                <a:gd name="connsiteX16" fmla="*/ 62144 w 1562470"/>
                <a:gd name="connsiteY16" fmla="*/ 20556 h 624238"/>
                <a:gd name="connsiteX17" fmla="*/ 44389 w 1562470"/>
                <a:gd name="connsiteY17" fmla="*/ 56067 h 624238"/>
                <a:gd name="connsiteX0" fmla="*/ 46827 w 1562470"/>
                <a:gd name="connsiteY0" fmla="*/ 61444 h 624238"/>
                <a:gd name="connsiteX1" fmla="*/ 0 w 1562470"/>
                <a:gd name="connsiteY1" fmla="*/ 206987 h 624238"/>
                <a:gd name="connsiteX2" fmla="*/ 159798 w 1562470"/>
                <a:gd name="connsiteY2" fmla="*/ 428929 h 624238"/>
                <a:gd name="connsiteX3" fmla="*/ 186431 w 1562470"/>
                <a:gd name="connsiteY3" fmla="*/ 624238 h 624238"/>
                <a:gd name="connsiteX4" fmla="*/ 399495 w 1562470"/>
                <a:gd name="connsiteY4" fmla="*/ 526584 h 624238"/>
                <a:gd name="connsiteX5" fmla="*/ 594804 w 1562470"/>
                <a:gd name="connsiteY5" fmla="*/ 597605 h 624238"/>
                <a:gd name="connsiteX6" fmla="*/ 798991 w 1562470"/>
                <a:gd name="connsiteY6" fmla="*/ 420052 h 624238"/>
                <a:gd name="connsiteX7" fmla="*/ 958789 w 1562470"/>
                <a:gd name="connsiteY7" fmla="*/ 464440 h 624238"/>
                <a:gd name="connsiteX8" fmla="*/ 1171853 w 1562470"/>
                <a:gd name="connsiteY8" fmla="*/ 535461 h 624238"/>
                <a:gd name="connsiteX9" fmla="*/ 1464816 w 1562470"/>
                <a:gd name="connsiteY9" fmla="*/ 517706 h 624238"/>
                <a:gd name="connsiteX10" fmla="*/ 1562470 w 1562470"/>
                <a:gd name="connsiteY10" fmla="*/ 340152 h 624238"/>
                <a:gd name="connsiteX11" fmla="*/ 1411550 w 1562470"/>
                <a:gd name="connsiteY11" fmla="*/ 153721 h 624238"/>
                <a:gd name="connsiteX12" fmla="*/ 1056443 w 1562470"/>
                <a:gd name="connsiteY12" fmla="*/ 91578 h 624238"/>
                <a:gd name="connsiteX13" fmla="*/ 870012 w 1562470"/>
                <a:gd name="connsiteY13" fmla="*/ 29434 h 624238"/>
                <a:gd name="connsiteX14" fmla="*/ 399495 w 1562470"/>
                <a:gd name="connsiteY14" fmla="*/ 2801 h 624238"/>
                <a:gd name="connsiteX15" fmla="*/ 204187 w 1562470"/>
                <a:gd name="connsiteY15" fmla="*/ 2801 h 624238"/>
                <a:gd name="connsiteX16" fmla="*/ 62144 w 1562470"/>
                <a:gd name="connsiteY16" fmla="*/ 20556 h 624238"/>
                <a:gd name="connsiteX17" fmla="*/ 44389 w 1562470"/>
                <a:gd name="connsiteY17" fmla="*/ 56067 h 624238"/>
                <a:gd name="connsiteX0" fmla="*/ 46827 w 1562470"/>
                <a:gd name="connsiteY0" fmla="*/ 61444 h 624238"/>
                <a:gd name="connsiteX1" fmla="*/ 0 w 1562470"/>
                <a:gd name="connsiteY1" fmla="*/ 206987 h 624238"/>
                <a:gd name="connsiteX2" fmla="*/ 159798 w 1562470"/>
                <a:gd name="connsiteY2" fmla="*/ 428929 h 624238"/>
                <a:gd name="connsiteX3" fmla="*/ 186431 w 1562470"/>
                <a:gd name="connsiteY3" fmla="*/ 624238 h 624238"/>
                <a:gd name="connsiteX4" fmla="*/ 399495 w 1562470"/>
                <a:gd name="connsiteY4" fmla="*/ 526584 h 624238"/>
                <a:gd name="connsiteX5" fmla="*/ 594804 w 1562470"/>
                <a:gd name="connsiteY5" fmla="*/ 597605 h 624238"/>
                <a:gd name="connsiteX6" fmla="*/ 798991 w 1562470"/>
                <a:gd name="connsiteY6" fmla="*/ 420052 h 624238"/>
                <a:gd name="connsiteX7" fmla="*/ 958789 w 1562470"/>
                <a:gd name="connsiteY7" fmla="*/ 464440 h 624238"/>
                <a:gd name="connsiteX8" fmla="*/ 1171853 w 1562470"/>
                <a:gd name="connsiteY8" fmla="*/ 535461 h 624238"/>
                <a:gd name="connsiteX9" fmla="*/ 1464816 w 1562470"/>
                <a:gd name="connsiteY9" fmla="*/ 517706 h 624238"/>
                <a:gd name="connsiteX10" fmla="*/ 1562470 w 1562470"/>
                <a:gd name="connsiteY10" fmla="*/ 340152 h 624238"/>
                <a:gd name="connsiteX11" fmla="*/ 1411550 w 1562470"/>
                <a:gd name="connsiteY11" fmla="*/ 153721 h 624238"/>
                <a:gd name="connsiteX12" fmla="*/ 1056443 w 1562470"/>
                <a:gd name="connsiteY12" fmla="*/ 91578 h 624238"/>
                <a:gd name="connsiteX13" fmla="*/ 870012 w 1562470"/>
                <a:gd name="connsiteY13" fmla="*/ 29434 h 624238"/>
                <a:gd name="connsiteX14" fmla="*/ 399495 w 1562470"/>
                <a:gd name="connsiteY14" fmla="*/ 2801 h 624238"/>
                <a:gd name="connsiteX15" fmla="*/ 204187 w 1562470"/>
                <a:gd name="connsiteY15" fmla="*/ 2801 h 624238"/>
                <a:gd name="connsiteX16" fmla="*/ 62144 w 1562470"/>
                <a:gd name="connsiteY16" fmla="*/ 20556 h 624238"/>
                <a:gd name="connsiteX17" fmla="*/ 44389 w 1562470"/>
                <a:gd name="connsiteY17" fmla="*/ 56067 h 624238"/>
                <a:gd name="connsiteX0" fmla="*/ 46827 w 1562470"/>
                <a:gd name="connsiteY0" fmla="*/ 61444 h 624238"/>
                <a:gd name="connsiteX1" fmla="*/ 0 w 1562470"/>
                <a:gd name="connsiteY1" fmla="*/ 206987 h 624238"/>
                <a:gd name="connsiteX2" fmla="*/ 159798 w 1562470"/>
                <a:gd name="connsiteY2" fmla="*/ 428929 h 624238"/>
                <a:gd name="connsiteX3" fmla="*/ 186431 w 1562470"/>
                <a:gd name="connsiteY3" fmla="*/ 624238 h 624238"/>
                <a:gd name="connsiteX4" fmla="*/ 399495 w 1562470"/>
                <a:gd name="connsiteY4" fmla="*/ 526584 h 624238"/>
                <a:gd name="connsiteX5" fmla="*/ 594804 w 1562470"/>
                <a:gd name="connsiteY5" fmla="*/ 597605 h 624238"/>
                <a:gd name="connsiteX6" fmla="*/ 798991 w 1562470"/>
                <a:gd name="connsiteY6" fmla="*/ 420052 h 624238"/>
                <a:gd name="connsiteX7" fmla="*/ 958789 w 1562470"/>
                <a:gd name="connsiteY7" fmla="*/ 464440 h 624238"/>
                <a:gd name="connsiteX8" fmla="*/ 1171853 w 1562470"/>
                <a:gd name="connsiteY8" fmla="*/ 535461 h 624238"/>
                <a:gd name="connsiteX9" fmla="*/ 1464816 w 1562470"/>
                <a:gd name="connsiteY9" fmla="*/ 517706 h 624238"/>
                <a:gd name="connsiteX10" fmla="*/ 1562470 w 1562470"/>
                <a:gd name="connsiteY10" fmla="*/ 340152 h 624238"/>
                <a:gd name="connsiteX11" fmla="*/ 1411550 w 1562470"/>
                <a:gd name="connsiteY11" fmla="*/ 153721 h 624238"/>
                <a:gd name="connsiteX12" fmla="*/ 1056443 w 1562470"/>
                <a:gd name="connsiteY12" fmla="*/ 91578 h 624238"/>
                <a:gd name="connsiteX13" fmla="*/ 870012 w 1562470"/>
                <a:gd name="connsiteY13" fmla="*/ 29434 h 624238"/>
                <a:gd name="connsiteX14" fmla="*/ 399495 w 1562470"/>
                <a:gd name="connsiteY14" fmla="*/ 2801 h 624238"/>
                <a:gd name="connsiteX15" fmla="*/ 204187 w 1562470"/>
                <a:gd name="connsiteY15" fmla="*/ 2801 h 624238"/>
                <a:gd name="connsiteX16" fmla="*/ 62144 w 1562470"/>
                <a:gd name="connsiteY16" fmla="*/ 20556 h 624238"/>
                <a:gd name="connsiteX17" fmla="*/ 44389 w 1562470"/>
                <a:gd name="connsiteY17" fmla="*/ 56067 h 624238"/>
                <a:gd name="connsiteX0" fmla="*/ 46827 w 1562470"/>
                <a:gd name="connsiteY0" fmla="*/ 61444 h 624238"/>
                <a:gd name="connsiteX1" fmla="*/ 0 w 1562470"/>
                <a:gd name="connsiteY1" fmla="*/ 206987 h 624238"/>
                <a:gd name="connsiteX2" fmla="*/ 159798 w 1562470"/>
                <a:gd name="connsiteY2" fmla="*/ 428929 h 624238"/>
                <a:gd name="connsiteX3" fmla="*/ 186431 w 1562470"/>
                <a:gd name="connsiteY3" fmla="*/ 624238 h 624238"/>
                <a:gd name="connsiteX4" fmla="*/ 399495 w 1562470"/>
                <a:gd name="connsiteY4" fmla="*/ 526584 h 624238"/>
                <a:gd name="connsiteX5" fmla="*/ 594804 w 1562470"/>
                <a:gd name="connsiteY5" fmla="*/ 597605 h 624238"/>
                <a:gd name="connsiteX6" fmla="*/ 798991 w 1562470"/>
                <a:gd name="connsiteY6" fmla="*/ 420052 h 624238"/>
                <a:gd name="connsiteX7" fmla="*/ 958789 w 1562470"/>
                <a:gd name="connsiteY7" fmla="*/ 464440 h 624238"/>
                <a:gd name="connsiteX8" fmla="*/ 1171853 w 1562470"/>
                <a:gd name="connsiteY8" fmla="*/ 535461 h 624238"/>
                <a:gd name="connsiteX9" fmla="*/ 1464816 w 1562470"/>
                <a:gd name="connsiteY9" fmla="*/ 517706 h 624238"/>
                <a:gd name="connsiteX10" fmla="*/ 1562470 w 1562470"/>
                <a:gd name="connsiteY10" fmla="*/ 340152 h 624238"/>
                <a:gd name="connsiteX11" fmla="*/ 1411550 w 1562470"/>
                <a:gd name="connsiteY11" fmla="*/ 153721 h 624238"/>
                <a:gd name="connsiteX12" fmla="*/ 1056443 w 1562470"/>
                <a:gd name="connsiteY12" fmla="*/ 91578 h 624238"/>
                <a:gd name="connsiteX13" fmla="*/ 870012 w 1562470"/>
                <a:gd name="connsiteY13" fmla="*/ 29434 h 624238"/>
                <a:gd name="connsiteX14" fmla="*/ 399495 w 1562470"/>
                <a:gd name="connsiteY14" fmla="*/ 2801 h 624238"/>
                <a:gd name="connsiteX15" fmla="*/ 204187 w 1562470"/>
                <a:gd name="connsiteY15" fmla="*/ 2801 h 624238"/>
                <a:gd name="connsiteX16" fmla="*/ 62144 w 1562470"/>
                <a:gd name="connsiteY16" fmla="*/ 20556 h 624238"/>
                <a:gd name="connsiteX17" fmla="*/ 44389 w 1562470"/>
                <a:gd name="connsiteY17" fmla="*/ 56067 h 624238"/>
                <a:gd name="connsiteX0" fmla="*/ 46827 w 1563664"/>
                <a:gd name="connsiteY0" fmla="*/ 61444 h 624238"/>
                <a:gd name="connsiteX1" fmla="*/ 0 w 1563664"/>
                <a:gd name="connsiteY1" fmla="*/ 206987 h 624238"/>
                <a:gd name="connsiteX2" fmla="*/ 159798 w 1563664"/>
                <a:gd name="connsiteY2" fmla="*/ 428929 h 624238"/>
                <a:gd name="connsiteX3" fmla="*/ 186431 w 1563664"/>
                <a:gd name="connsiteY3" fmla="*/ 624238 h 624238"/>
                <a:gd name="connsiteX4" fmla="*/ 399495 w 1563664"/>
                <a:gd name="connsiteY4" fmla="*/ 526584 h 624238"/>
                <a:gd name="connsiteX5" fmla="*/ 594804 w 1563664"/>
                <a:gd name="connsiteY5" fmla="*/ 597605 h 624238"/>
                <a:gd name="connsiteX6" fmla="*/ 798991 w 1563664"/>
                <a:gd name="connsiteY6" fmla="*/ 420052 h 624238"/>
                <a:gd name="connsiteX7" fmla="*/ 958789 w 1563664"/>
                <a:gd name="connsiteY7" fmla="*/ 464440 h 624238"/>
                <a:gd name="connsiteX8" fmla="*/ 1171853 w 1563664"/>
                <a:gd name="connsiteY8" fmla="*/ 535461 h 624238"/>
                <a:gd name="connsiteX9" fmla="*/ 1464816 w 1563664"/>
                <a:gd name="connsiteY9" fmla="*/ 517706 h 624238"/>
                <a:gd name="connsiteX10" fmla="*/ 1562470 w 1563664"/>
                <a:gd name="connsiteY10" fmla="*/ 340152 h 624238"/>
                <a:gd name="connsiteX11" fmla="*/ 1411550 w 1563664"/>
                <a:gd name="connsiteY11" fmla="*/ 153721 h 624238"/>
                <a:gd name="connsiteX12" fmla="*/ 1056443 w 1563664"/>
                <a:gd name="connsiteY12" fmla="*/ 91578 h 624238"/>
                <a:gd name="connsiteX13" fmla="*/ 870012 w 1563664"/>
                <a:gd name="connsiteY13" fmla="*/ 29434 h 624238"/>
                <a:gd name="connsiteX14" fmla="*/ 399495 w 1563664"/>
                <a:gd name="connsiteY14" fmla="*/ 2801 h 624238"/>
                <a:gd name="connsiteX15" fmla="*/ 204187 w 1563664"/>
                <a:gd name="connsiteY15" fmla="*/ 2801 h 624238"/>
                <a:gd name="connsiteX16" fmla="*/ 62144 w 1563664"/>
                <a:gd name="connsiteY16" fmla="*/ 20556 h 624238"/>
                <a:gd name="connsiteX17" fmla="*/ 44389 w 1563664"/>
                <a:gd name="connsiteY17" fmla="*/ 56067 h 624238"/>
                <a:gd name="connsiteX0" fmla="*/ 46827 w 1563664"/>
                <a:gd name="connsiteY0" fmla="*/ 61444 h 624238"/>
                <a:gd name="connsiteX1" fmla="*/ 0 w 1563664"/>
                <a:gd name="connsiteY1" fmla="*/ 206987 h 624238"/>
                <a:gd name="connsiteX2" fmla="*/ 159798 w 1563664"/>
                <a:gd name="connsiteY2" fmla="*/ 428929 h 624238"/>
                <a:gd name="connsiteX3" fmla="*/ 186431 w 1563664"/>
                <a:gd name="connsiteY3" fmla="*/ 624238 h 624238"/>
                <a:gd name="connsiteX4" fmla="*/ 399495 w 1563664"/>
                <a:gd name="connsiteY4" fmla="*/ 526584 h 624238"/>
                <a:gd name="connsiteX5" fmla="*/ 594804 w 1563664"/>
                <a:gd name="connsiteY5" fmla="*/ 597605 h 624238"/>
                <a:gd name="connsiteX6" fmla="*/ 798991 w 1563664"/>
                <a:gd name="connsiteY6" fmla="*/ 420052 h 624238"/>
                <a:gd name="connsiteX7" fmla="*/ 958789 w 1563664"/>
                <a:gd name="connsiteY7" fmla="*/ 464440 h 624238"/>
                <a:gd name="connsiteX8" fmla="*/ 1171853 w 1563664"/>
                <a:gd name="connsiteY8" fmla="*/ 535461 h 624238"/>
                <a:gd name="connsiteX9" fmla="*/ 1464816 w 1563664"/>
                <a:gd name="connsiteY9" fmla="*/ 517706 h 624238"/>
                <a:gd name="connsiteX10" fmla="*/ 1562470 w 1563664"/>
                <a:gd name="connsiteY10" fmla="*/ 340152 h 624238"/>
                <a:gd name="connsiteX11" fmla="*/ 1411550 w 1563664"/>
                <a:gd name="connsiteY11" fmla="*/ 153721 h 624238"/>
                <a:gd name="connsiteX12" fmla="*/ 1056443 w 1563664"/>
                <a:gd name="connsiteY12" fmla="*/ 91578 h 624238"/>
                <a:gd name="connsiteX13" fmla="*/ 870012 w 1563664"/>
                <a:gd name="connsiteY13" fmla="*/ 29434 h 624238"/>
                <a:gd name="connsiteX14" fmla="*/ 399495 w 1563664"/>
                <a:gd name="connsiteY14" fmla="*/ 2801 h 624238"/>
                <a:gd name="connsiteX15" fmla="*/ 204187 w 1563664"/>
                <a:gd name="connsiteY15" fmla="*/ 2801 h 624238"/>
                <a:gd name="connsiteX16" fmla="*/ 62144 w 1563664"/>
                <a:gd name="connsiteY16" fmla="*/ 20556 h 624238"/>
                <a:gd name="connsiteX17" fmla="*/ 44389 w 1563664"/>
                <a:gd name="connsiteY17" fmla="*/ 56067 h 624238"/>
                <a:gd name="connsiteX0" fmla="*/ 46827 w 1563664"/>
                <a:gd name="connsiteY0" fmla="*/ 61444 h 624238"/>
                <a:gd name="connsiteX1" fmla="*/ 0 w 1563664"/>
                <a:gd name="connsiteY1" fmla="*/ 206987 h 624238"/>
                <a:gd name="connsiteX2" fmla="*/ 159798 w 1563664"/>
                <a:gd name="connsiteY2" fmla="*/ 428929 h 624238"/>
                <a:gd name="connsiteX3" fmla="*/ 186431 w 1563664"/>
                <a:gd name="connsiteY3" fmla="*/ 624238 h 624238"/>
                <a:gd name="connsiteX4" fmla="*/ 399495 w 1563664"/>
                <a:gd name="connsiteY4" fmla="*/ 526584 h 624238"/>
                <a:gd name="connsiteX5" fmla="*/ 594804 w 1563664"/>
                <a:gd name="connsiteY5" fmla="*/ 597605 h 624238"/>
                <a:gd name="connsiteX6" fmla="*/ 798991 w 1563664"/>
                <a:gd name="connsiteY6" fmla="*/ 420052 h 624238"/>
                <a:gd name="connsiteX7" fmla="*/ 958789 w 1563664"/>
                <a:gd name="connsiteY7" fmla="*/ 464440 h 624238"/>
                <a:gd name="connsiteX8" fmla="*/ 1171853 w 1563664"/>
                <a:gd name="connsiteY8" fmla="*/ 535461 h 624238"/>
                <a:gd name="connsiteX9" fmla="*/ 1464816 w 1563664"/>
                <a:gd name="connsiteY9" fmla="*/ 517706 h 624238"/>
                <a:gd name="connsiteX10" fmla="*/ 1562470 w 1563664"/>
                <a:gd name="connsiteY10" fmla="*/ 340152 h 624238"/>
                <a:gd name="connsiteX11" fmla="*/ 1411550 w 1563664"/>
                <a:gd name="connsiteY11" fmla="*/ 153721 h 624238"/>
                <a:gd name="connsiteX12" fmla="*/ 1056443 w 1563664"/>
                <a:gd name="connsiteY12" fmla="*/ 91578 h 624238"/>
                <a:gd name="connsiteX13" fmla="*/ 870012 w 1563664"/>
                <a:gd name="connsiteY13" fmla="*/ 29434 h 624238"/>
                <a:gd name="connsiteX14" fmla="*/ 399495 w 1563664"/>
                <a:gd name="connsiteY14" fmla="*/ 2801 h 624238"/>
                <a:gd name="connsiteX15" fmla="*/ 204187 w 1563664"/>
                <a:gd name="connsiteY15" fmla="*/ 2801 h 624238"/>
                <a:gd name="connsiteX16" fmla="*/ 62144 w 1563664"/>
                <a:gd name="connsiteY16" fmla="*/ 20556 h 624238"/>
                <a:gd name="connsiteX17" fmla="*/ 44389 w 1563664"/>
                <a:gd name="connsiteY17" fmla="*/ 56067 h 624238"/>
                <a:gd name="connsiteX0" fmla="*/ 46827 w 1563664"/>
                <a:gd name="connsiteY0" fmla="*/ 61444 h 624238"/>
                <a:gd name="connsiteX1" fmla="*/ 0 w 1563664"/>
                <a:gd name="connsiteY1" fmla="*/ 206987 h 624238"/>
                <a:gd name="connsiteX2" fmla="*/ 159798 w 1563664"/>
                <a:gd name="connsiteY2" fmla="*/ 428929 h 624238"/>
                <a:gd name="connsiteX3" fmla="*/ 186431 w 1563664"/>
                <a:gd name="connsiteY3" fmla="*/ 624238 h 624238"/>
                <a:gd name="connsiteX4" fmla="*/ 399495 w 1563664"/>
                <a:gd name="connsiteY4" fmla="*/ 526584 h 624238"/>
                <a:gd name="connsiteX5" fmla="*/ 594804 w 1563664"/>
                <a:gd name="connsiteY5" fmla="*/ 597605 h 624238"/>
                <a:gd name="connsiteX6" fmla="*/ 798991 w 1563664"/>
                <a:gd name="connsiteY6" fmla="*/ 420052 h 624238"/>
                <a:gd name="connsiteX7" fmla="*/ 958789 w 1563664"/>
                <a:gd name="connsiteY7" fmla="*/ 464440 h 624238"/>
                <a:gd name="connsiteX8" fmla="*/ 1171853 w 1563664"/>
                <a:gd name="connsiteY8" fmla="*/ 535461 h 624238"/>
                <a:gd name="connsiteX9" fmla="*/ 1464816 w 1563664"/>
                <a:gd name="connsiteY9" fmla="*/ 517706 h 624238"/>
                <a:gd name="connsiteX10" fmla="*/ 1562470 w 1563664"/>
                <a:gd name="connsiteY10" fmla="*/ 340152 h 624238"/>
                <a:gd name="connsiteX11" fmla="*/ 1411550 w 1563664"/>
                <a:gd name="connsiteY11" fmla="*/ 153721 h 624238"/>
                <a:gd name="connsiteX12" fmla="*/ 1056443 w 1563664"/>
                <a:gd name="connsiteY12" fmla="*/ 91578 h 624238"/>
                <a:gd name="connsiteX13" fmla="*/ 870012 w 1563664"/>
                <a:gd name="connsiteY13" fmla="*/ 29434 h 624238"/>
                <a:gd name="connsiteX14" fmla="*/ 399495 w 1563664"/>
                <a:gd name="connsiteY14" fmla="*/ 2801 h 624238"/>
                <a:gd name="connsiteX15" fmla="*/ 204187 w 1563664"/>
                <a:gd name="connsiteY15" fmla="*/ 2801 h 624238"/>
                <a:gd name="connsiteX16" fmla="*/ 62144 w 1563664"/>
                <a:gd name="connsiteY16" fmla="*/ 20556 h 624238"/>
                <a:gd name="connsiteX17" fmla="*/ 44389 w 1563664"/>
                <a:gd name="connsiteY17" fmla="*/ 56067 h 624238"/>
                <a:gd name="connsiteX0" fmla="*/ 46827 w 1563664"/>
                <a:gd name="connsiteY0" fmla="*/ 61444 h 624238"/>
                <a:gd name="connsiteX1" fmla="*/ 0 w 1563664"/>
                <a:gd name="connsiteY1" fmla="*/ 206987 h 624238"/>
                <a:gd name="connsiteX2" fmla="*/ 159798 w 1563664"/>
                <a:gd name="connsiteY2" fmla="*/ 428929 h 624238"/>
                <a:gd name="connsiteX3" fmla="*/ 186431 w 1563664"/>
                <a:gd name="connsiteY3" fmla="*/ 624238 h 624238"/>
                <a:gd name="connsiteX4" fmla="*/ 399495 w 1563664"/>
                <a:gd name="connsiteY4" fmla="*/ 526584 h 624238"/>
                <a:gd name="connsiteX5" fmla="*/ 594804 w 1563664"/>
                <a:gd name="connsiteY5" fmla="*/ 597605 h 624238"/>
                <a:gd name="connsiteX6" fmla="*/ 798991 w 1563664"/>
                <a:gd name="connsiteY6" fmla="*/ 420052 h 624238"/>
                <a:gd name="connsiteX7" fmla="*/ 958789 w 1563664"/>
                <a:gd name="connsiteY7" fmla="*/ 464440 h 624238"/>
                <a:gd name="connsiteX8" fmla="*/ 1171853 w 1563664"/>
                <a:gd name="connsiteY8" fmla="*/ 535461 h 624238"/>
                <a:gd name="connsiteX9" fmla="*/ 1464816 w 1563664"/>
                <a:gd name="connsiteY9" fmla="*/ 517706 h 624238"/>
                <a:gd name="connsiteX10" fmla="*/ 1562470 w 1563664"/>
                <a:gd name="connsiteY10" fmla="*/ 340152 h 624238"/>
                <a:gd name="connsiteX11" fmla="*/ 1411550 w 1563664"/>
                <a:gd name="connsiteY11" fmla="*/ 153721 h 624238"/>
                <a:gd name="connsiteX12" fmla="*/ 1056443 w 1563664"/>
                <a:gd name="connsiteY12" fmla="*/ 91578 h 624238"/>
                <a:gd name="connsiteX13" fmla="*/ 870012 w 1563664"/>
                <a:gd name="connsiteY13" fmla="*/ 29434 h 624238"/>
                <a:gd name="connsiteX14" fmla="*/ 399495 w 1563664"/>
                <a:gd name="connsiteY14" fmla="*/ 2801 h 624238"/>
                <a:gd name="connsiteX15" fmla="*/ 204187 w 1563664"/>
                <a:gd name="connsiteY15" fmla="*/ 2801 h 624238"/>
                <a:gd name="connsiteX16" fmla="*/ 62144 w 1563664"/>
                <a:gd name="connsiteY16" fmla="*/ 20556 h 624238"/>
                <a:gd name="connsiteX17" fmla="*/ 44389 w 1563664"/>
                <a:gd name="connsiteY17" fmla="*/ 56067 h 624238"/>
                <a:gd name="connsiteX0" fmla="*/ 46827 w 1563664"/>
                <a:gd name="connsiteY0" fmla="*/ 61444 h 624238"/>
                <a:gd name="connsiteX1" fmla="*/ 0 w 1563664"/>
                <a:gd name="connsiteY1" fmla="*/ 206987 h 624238"/>
                <a:gd name="connsiteX2" fmla="*/ 159798 w 1563664"/>
                <a:gd name="connsiteY2" fmla="*/ 428929 h 624238"/>
                <a:gd name="connsiteX3" fmla="*/ 186431 w 1563664"/>
                <a:gd name="connsiteY3" fmla="*/ 624238 h 624238"/>
                <a:gd name="connsiteX4" fmla="*/ 399495 w 1563664"/>
                <a:gd name="connsiteY4" fmla="*/ 526584 h 624238"/>
                <a:gd name="connsiteX5" fmla="*/ 594804 w 1563664"/>
                <a:gd name="connsiteY5" fmla="*/ 597605 h 624238"/>
                <a:gd name="connsiteX6" fmla="*/ 798991 w 1563664"/>
                <a:gd name="connsiteY6" fmla="*/ 420052 h 624238"/>
                <a:gd name="connsiteX7" fmla="*/ 958789 w 1563664"/>
                <a:gd name="connsiteY7" fmla="*/ 464440 h 624238"/>
                <a:gd name="connsiteX8" fmla="*/ 1171853 w 1563664"/>
                <a:gd name="connsiteY8" fmla="*/ 535461 h 624238"/>
                <a:gd name="connsiteX9" fmla="*/ 1464816 w 1563664"/>
                <a:gd name="connsiteY9" fmla="*/ 517706 h 624238"/>
                <a:gd name="connsiteX10" fmla="*/ 1562470 w 1563664"/>
                <a:gd name="connsiteY10" fmla="*/ 340152 h 624238"/>
                <a:gd name="connsiteX11" fmla="*/ 1411550 w 1563664"/>
                <a:gd name="connsiteY11" fmla="*/ 153721 h 624238"/>
                <a:gd name="connsiteX12" fmla="*/ 1056443 w 1563664"/>
                <a:gd name="connsiteY12" fmla="*/ 91578 h 624238"/>
                <a:gd name="connsiteX13" fmla="*/ 870012 w 1563664"/>
                <a:gd name="connsiteY13" fmla="*/ 29434 h 624238"/>
                <a:gd name="connsiteX14" fmla="*/ 399495 w 1563664"/>
                <a:gd name="connsiteY14" fmla="*/ 2801 h 624238"/>
                <a:gd name="connsiteX15" fmla="*/ 204187 w 1563664"/>
                <a:gd name="connsiteY15" fmla="*/ 2801 h 624238"/>
                <a:gd name="connsiteX16" fmla="*/ 62144 w 1563664"/>
                <a:gd name="connsiteY16" fmla="*/ 20556 h 624238"/>
                <a:gd name="connsiteX17" fmla="*/ 44389 w 1563664"/>
                <a:gd name="connsiteY17" fmla="*/ 56067 h 624238"/>
                <a:gd name="connsiteX0" fmla="*/ 46827 w 1563664"/>
                <a:gd name="connsiteY0" fmla="*/ 61444 h 625886"/>
                <a:gd name="connsiteX1" fmla="*/ 0 w 1563664"/>
                <a:gd name="connsiteY1" fmla="*/ 206987 h 625886"/>
                <a:gd name="connsiteX2" fmla="*/ 159798 w 1563664"/>
                <a:gd name="connsiteY2" fmla="*/ 428929 h 625886"/>
                <a:gd name="connsiteX3" fmla="*/ 186431 w 1563664"/>
                <a:gd name="connsiteY3" fmla="*/ 624238 h 625886"/>
                <a:gd name="connsiteX4" fmla="*/ 399495 w 1563664"/>
                <a:gd name="connsiteY4" fmla="*/ 526584 h 625886"/>
                <a:gd name="connsiteX5" fmla="*/ 594804 w 1563664"/>
                <a:gd name="connsiteY5" fmla="*/ 597605 h 625886"/>
                <a:gd name="connsiteX6" fmla="*/ 798991 w 1563664"/>
                <a:gd name="connsiteY6" fmla="*/ 420052 h 625886"/>
                <a:gd name="connsiteX7" fmla="*/ 958789 w 1563664"/>
                <a:gd name="connsiteY7" fmla="*/ 464440 h 625886"/>
                <a:gd name="connsiteX8" fmla="*/ 1171853 w 1563664"/>
                <a:gd name="connsiteY8" fmla="*/ 535461 h 625886"/>
                <a:gd name="connsiteX9" fmla="*/ 1464816 w 1563664"/>
                <a:gd name="connsiteY9" fmla="*/ 517706 h 625886"/>
                <a:gd name="connsiteX10" fmla="*/ 1562470 w 1563664"/>
                <a:gd name="connsiteY10" fmla="*/ 340152 h 625886"/>
                <a:gd name="connsiteX11" fmla="*/ 1411550 w 1563664"/>
                <a:gd name="connsiteY11" fmla="*/ 153721 h 625886"/>
                <a:gd name="connsiteX12" fmla="*/ 1056443 w 1563664"/>
                <a:gd name="connsiteY12" fmla="*/ 91578 h 625886"/>
                <a:gd name="connsiteX13" fmla="*/ 870012 w 1563664"/>
                <a:gd name="connsiteY13" fmla="*/ 29434 h 625886"/>
                <a:gd name="connsiteX14" fmla="*/ 399495 w 1563664"/>
                <a:gd name="connsiteY14" fmla="*/ 2801 h 625886"/>
                <a:gd name="connsiteX15" fmla="*/ 204187 w 1563664"/>
                <a:gd name="connsiteY15" fmla="*/ 2801 h 625886"/>
                <a:gd name="connsiteX16" fmla="*/ 62144 w 1563664"/>
                <a:gd name="connsiteY16" fmla="*/ 20556 h 625886"/>
                <a:gd name="connsiteX17" fmla="*/ 44389 w 1563664"/>
                <a:gd name="connsiteY17" fmla="*/ 56067 h 625886"/>
                <a:gd name="connsiteX0" fmla="*/ 46827 w 1563664"/>
                <a:gd name="connsiteY0" fmla="*/ 61444 h 625886"/>
                <a:gd name="connsiteX1" fmla="*/ 0 w 1563664"/>
                <a:gd name="connsiteY1" fmla="*/ 206987 h 625886"/>
                <a:gd name="connsiteX2" fmla="*/ 159798 w 1563664"/>
                <a:gd name="connsiteY2" fmla="*/ 428929 h 625886"/>
                <a:gd name="connsiteX3" fmla="*/ 186431 w 1563664"/>
                <a:gd name="connsiteY3" fmla="*/ 624238 h 625886"/>
                <a:gd name="connsiteX4" fmla="*/ 399495 w 1563664"/>
                <a:gd name="connsiteY4" fmla="*/ 526584 h 625886"/>
                <a:gd name="connsiteX5" fmla="*/ 594804 w 1563664"/>
                <a:gd name="connsiteY5" fmla="*/ 597605 h 625886"/>
                <a:gd name="connsiteX6" fmla="*/ 798991 w 1563664"/>
                <a:gd name="connsiteY6" fmla="*/ 420052 h 625886"/>
                <a:gd name="connsiteX7" fmla="*/ 958789 w 1563664"/>
                <a:gd name="connsiteY7" fmla="*/ 464440 h 625886"/>
                <a:gd name="connsiteX8" fmla="*/ 1171853 w 1563664"/>
                <a:gd name="connsiteY8" fmla="*/ 535461 h 625886"/>
                <a:gd name="connsiteX9" fmla="*/ 1464816 w 1563664"/>
                <a:gd name="connsiteY9" fmla="*/ 517706 h 625886"/>
                <a:gd name="connsiteX10" fmla="*/ 1562470 w 1563664"/>
                <a:gd name="connsiteY10" fmla="*/ 340152 h 625886"/>
                <a:gd name="connsiteX11" fmla="*/ 1411550 w 1563664"/>
                <a:gd name="connsiteY11" fmla="*/ 153721 h 625886"/>
                <a:gd name="connsiteX12" fmla="*/ 1056443 w 1563664"/>
                <a:gd name="connsiteY12" fmla="*/ 91578 h 625886"/>
                <a:gd name="connsiteX13" fmla="*/ 870012 w 1563664"/>
                <a:gd name="connsiteY13" fmla="*/ 29434 h 625886"/>
                <a:gd name="connsiteX14" fmla="*/ 399495 w 1563664"/>
                <a:gd name="connsiteY14" fmla="*/ 2801 h 625886"/>
                <a:gd name="connsiteX15" fmla="*/ 204187 w 1563664"/>
                <a:gd name="connsiteY15" fmla="*/ 2801 h 625886"/>
                <a:gd name="connsiteX16" fmla="*/ 62144 w 1563664"/>
                <a:gd name="connsiteY16" fmla="*/ 20556 h 625886"/>
                <a:gd name="connsiteX17" fmla="*/ 44389 w 1563664"/>
                <a:gd name="connsiteY17" fmla="*/ 56067 h 625886"/>
                <a:gd name="connsiteX0" fmla="*/ 46827 w 1563664"/>
                <a:gd name="connsiteY0" fmla="*/ 61444 h 625886"/>
                <a:gd name="connsiteX1" fmla="*/ 0 w 1563664"/>
                <a:gd name="connsiteY1" fmla="*/ 206987 h 625886"/>
                <a:gd name="connsiteX2" fmla="*/ 159798 w 1563664"/>
                <a:gd name="connsiteY2" fmla="*/ 428929 h 625886"/>
                <a:gd name="connsiteX3" fmla="*/ 186431 w 1563664"/>
                <a:gd name="connsiteY3" fmla="*/ 624238 h 625886"/>
                <a:gd name="connsiteX4" fmla="*/ 399495 w 1563664"/>
                <a:gd name="connsiteY4" fmla="*/ 526584 h 625886"/>
                <a:gd name="connsiteX5" fmla="*/ 594804 w 1563664"/>
                <a:gd name="connsiteY5" fmla="*/ 597605 h 625886"/>
                <a:gd name="connsiteX6" fmla="*/ 798991 w 1563664"/>
                <a:gd name="connsiteY6" fmla="*/ 420052 h 625886"/>
                <a:gd name="connsiteX7" fmla="*/ 958789 w 1563664"/>
                <a:gd name="connsiteY7" fmla="*/ 464440 h 625886"/>
                <a:gd name="connsiteX8" fmla="*/ 1171853 w 1563664"/>
                <a:gd name="connsiteY8" fmla="*/ 535461 h 625886"/>
                <a:gd name="connsiteX9" fmla="*/ 1464816 w 1563664"/>
                <a:gd name="connsiteY9" fmla="*/ 517706 h 625886"/>
                <a:gd name="connsiteX10" fmla="*/ 1562470 w 1563664"/>
                <a:gd name="connsiteY10" fmla="*/ 340152 h 625886"/>
                <a:gd name="connsiteX11" fmla="*/ 1411550 w 1563664"/>
                <a:gd name="connsiteY11" fmla="*/ 153721 h 625886"/>
                <a:gd name="connsiteX12" fmla="*/ 1056443 w 1563664"/>
                <a:gd name="connsiteY12" fmla="*/ 91578 h 625886"/>
                <a:gd name="connsiteX13" fmla="*/ 870012 w 1563664"/>
                <a:gd name="connsiteY13" fmla="*/ 29434 h 625886"/>
                <a:gd name="connsiteX14" fmla="*/ 399495 w 1563664"/>
                <a:gd name="connsiteY14" fmla="*/ 2801 h 625886"/>
                <a:gd name="connsiteX15" fmla="*/ 204187 w 1563664"/>
                <a:gd name="connsiteY15" fmla="*/ 2801 h 625886"/>
                <a:gd name="connsiteX16" fmla="*/ 62144 w 1563664"/>
                <a:gd name="connsiteY16" fmla="*/ 20556 h 625886"/>
                <a:gd name="connsiteX17" fmla="*/ 44389 w 1563664"/>
                <a:gd name="connsiteY17" fmla="*/ 56067 h 625886"/>
                <a:gd name="connsiteX0" fmla="*/ 46827 w 1563664"/>
                <a:gd name="connsiteY0" fmla="*/ 61444 h 625886"/>
                <a:gd name="connsiteX1" fmla="*/ 0 w 1563664"/>
                <a:gd name="connsiteY1" fmla="*/ 206987 h 625886"/>
                <a:gd name="connsiteX2" fmla="*/ 159798 w 1563664"/>
                <a:gd name="connsiteY2" fmla="*/ 428929 h 625886"/>
                <a:gd name="connsiteX3" fmla="*/ 186431 w 1563664"/>
                <a:gd name="connsiteY3" fmla="*/ 624238 h 625886"/>
                <a:gd name="connsiteX4" fmla="*/ 399495 w 1563664"/>
                <a:gd name="connsiteY4" fmla="*/ 526584 h 625886"/>
                <a:gd name="connsiteX5" fmla="*/ 594804 w 1563664"/>
                <a:gd name="connsiteY5" fmla="*/ 597605 h 625886"/>
                <a:gd name="connsiteX6" fmla="*/ 798991 w 1563664"/>
                <a:gd name="connsiteY6" fmla="*/ 420052 h 625886"/>
                <a:gd name="connsiteX7" fmla="*/ 958789 w 1563664"/>
                <a:gd name="connsiteY7" fmla="*/ 464440 h 625886"/>
                <a:gd name="connsiteX8" fmla="*/ 1171853 w 1563664"/>
                <a:gd name="connsiteY8" fmla="*/ 535461 h 625886"/>
                <a:gd name="connsiteX9" fmla="*/ 1464816 w 1563664"/>
                <a:gd name="connsiteY9" fmla="*/ 517706 h 625886"/>
                <a:gd name="connsiteX10" fmla="*/ 1562470 w 1563664"/>
                <a:gd name="connsiteY10" fmla="*/ 340152 h 625886"/>
                <a:gd name="connsiteX11" fmla="*/ 1411550 w 1563664"/>
                <a:gd name="connsiteY11" fmla="*/ 153721 h 625886"/>
                <a:gd name="connsiteX12" fmla="*/ 1056443 w 1563664"/>
                <a:gd name="connsiteY12" fmla="*/ 91578 h 625886"/>
                <a:gd name="connsiteX13" fmla="*/ 870012 w 1563664"/>
                <a:gd name="connsiteY13" fmla="*/ 29434 h 625886"/>
                <a:gd name="connsiteX14" fmla="*/ 399495 w 1563664"/>
                <a:gd name="connsiteY14" fmla="*/ 2801 h 625886"/>
                <a:gd name="connsiteX15" fmla="*/ 204187 w 1563664"/>
                <a:gd name="connsiteY15" fmla="*/ 2801 h 625886"/>
                <a:gd name="connsiteX16" fmla="*/ 62144 w 1563664"/>
                <a:gd name="connsiteY16" fmla="*/ 20556 h 625886"/>
                <a:gd name="connsiteX17" fmla="*/ 44389 w 1563664"/>
                <a:gd name="connsiteY17" fmla="*/ 56067 h 625886"/>
                <a:gd name="connsiteX0" fmla="*/ 46827 w 1563664"/>
                <a:gd name="connsiteY0" fmla="*/ 62381 h 626823"/>
                <a:gd name="connsiteX1" fmla="*/ 0 w 1563664"/>
                <a:gd name="connsiteY1" fmla="*/ 207924 h 626823"/>
                <a:gd name="connsiteX2" fmla="*/ 159798 w 1563664"/>
                <a:gd name="connsiteY2" fmla="*/ 429866 h 626823"/>
                <a:gd name="connsiteX3" fmla="*/ 186431 w 1563664"/>
                <a:gd name="connsiteY3" fmla="*/ 625175 h 626823"/>
                <a:gd name="connsiteX4" fmla="*/ 399495 w 1563664"/>
                <a:gd name="connsiteY4" fmla="*/ 527521 h 626823"/>
                <a:gd name="connsiteX5" fmla="*/ 594804 w 1563664"/>
                <a:gd name="connsiteY5" fmla="*/ 598542 h 626823"/>
                <a:gd name="connsiteX6" fmla="*/ 798991 w 1563664"/>
                <a:gd name="connsiteY6" fmla="*/ 420989 h 626823"/>
                <a:gd name="connsiteX7" fmla="*/ 958789 w 1563664"/>
                <a:gd name="connsiteY7" fmla="*/ 465377 h 626823"/>
                <a:gd name="connsiteX8" fmla="*/ 1171853 w 1563664"/>
                <a:gd name="connsiteY8" fmla="*/ 536398 h 626823"/>
                <a:gd name="connsiteX9" fmla="*/ 1464816 w 1563664"/>
                <a:gd name="connsiteY9" fmla="*/ 518643 h 626823"/>
                <a:gd name="connsiteX10" fmla="*/ 1562470 w 1563664"/>
                <a:gd name="connsiteY10" fmla="*/ 341089 h 626823"/>
                <a:gd name="connsiteX11" fmla="*/ 1411550 w 1563664"/>
                <a:gd name="connsiteY11" fmla="*/ 154658 h 626823"/>
                <a:gd name="connsiteX12" fmla="*/ 1056443 w 1563664"/>
                <a:gd name="connsiteY12" fmla="*/ 92515 h 626823"/>
                <a:gd name="connsiteX13" fmla="*/ 870012 w 1563664"/>
                <a:gd name="connsiteY13" fmla="*/ 30371 h 626823"/>
                <a:gd name="connsiteX14" fmla="*/ 407447 w 1563664"/>
                <a:gd name="connsiteY14" fmla="*/ 95178 h 626823"/>
                <a:gd name="connsiteX15" fmla="*/ 204187 w 1563664"/>
                <a:gd name="connsiteY15" fmla="*/ 3738 h 626823"/>
                <a:gd name="connsiteX16" fmla="*/ 62144 w 1563664"/>
                <a:gd name="connsiteY16" fmla="*/ 21493 h 626823"/>
                <a:gd name="connsiteX17" fmla="*/ 44389 w 1563664"/>
                <a:gd name="connsiteY17" fmla="*/ 57004 h 626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563664" h="626823">
                  <a:moveTo>
                    <a:pt x="46827" y="62381"/>
                  </a:moveTo>
                  <a:lnTo>
                    <a:pt x="0" y="207924"/>
                  </a:lnTo>
                  <a:cubicBezTo>
                    <a:pt x="18828" y="269171"/>
                    <a:pt x="128726" y="360324"/>
                    <a:pt x="159798" y="429866"/>
                  </a:cubicBezTo>
                  <a:cubicBezTo>
                    <a:pt x="190870" y="499408"/>
                    <a:pt x="146482" y="608899"/>
                    <a:pt x="186431" y="625175"/>
                  </a:cubicBezTo>
                  <a:cubicBezTo>
                    <a:pt x="226380" y="641451"/>
                    <a:pt x="331433" y="531960"/>
                    <a:pt x="399495" y="527521"/>
                  </a:cubicBezTo>
                  <a:cubicBezTo>
                    <a:pt x="467557" y="523082"/>
                    <a:pt x="528221" y="616297"/>
                    <a:pt x="594804" y="598542"/>
                  </a:cubicBezTo>
                  <a:cubicBezTo>
                    <a:pt x="661387" y="580787"/>
                    <a:pt x="738327" y="443183"/>
                    <a:pt x="798991" y="420989"/>
                  </a:cubicBezTo>
                  <a:cubicBezTo>
                    <a:pt x="859655" y="398795"/>
                    <a:pt x="896645" y="446142"/>
                    <a:pt x="958789" y="465377"/>
                  </a:cubicBezTo>
                  <a:cubicBezTo>
                    <a:pt x="1020933" y="484612"/>
                    <a:pt x="1087515" y="527520"/>
                    <a:pt x="1171853" y="536398"/>
                  </a:cubicBezTo>
                  <a:cubicBezTo>
                    <a:pt x="1256191" y="545276"/>
                    <a:pt x="1399713" y="551194"/>
                    <a:pt x="1464816" y="518643"/>
                  </a:cubicBezTo>
                  <a:cubicBezTo>
                    <a:pt x="1529919" y="486092"/>
                    <a:pt x="1571348" y="401753"/>
                    <a:pt x="1562470" y="341089"/>
                  </a:cubicBezTo>
                  <a:cubicBezTo>
                    <a:pt x="1553592" y="280425"/>
                    <a:pt x="1495888" y="196087"/>
                    <a:pt x="1411550" y="154658"/>
                  </a:cubicBezTo>
                  <a:cubicBezTo>
                    <a:pt x="1327212" y="113229"/>
                    <a:pt x="1146699" y="113230"/>
                    <a:pt x="1056443" y="92515"/>
                  </a:cubicBezTo>
                  <a:cubicBezTo>
                    <a:pt x="966187" y="71801"/>
                    <a:pt x="978178" y="29927"/>
                    <a:pt x="870012" y="30371"/>
                  </a:cubicBezTo>
                  <a:cubicBezTo>
                    <a:pt x="761846" y="30815"/>
                    <a:pt x="518418" y="99617"/>
                    <a:pt x="407447" y="95178"/>
                  </a:cubicBezTo>
                  <a:cubicBezTo>
                    <a:pt x="296476" y="90739"/>
                    <a:pt x="261737" y="16019"/>
                    <a:pt x="204187" y="3738"/>
                  </a:cubicBezTo>
                  <a:cubicBezTo>
                    <a:pt x="146637" y="-8543"/>
                    <a:pt x="88777" y="12615"/>
                    <a:pt x="62144" y="21493"/>
                  </a:cubicBezTo>
                  <a:lnTo>
                    <a:pt x="44389" y="57004"/>
                  </a:lnTo>
                </a:path>
              </a:pathLst>
            </a:custGeom>
            <a:noFill/>
            <a:ln w="34925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ES"/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744E1B6F-B5A2-E4D0-C918-0300FA48F37A}"/>
                </a:ext>
              </a:extLst>
            </p:cNvPr>
            <p:cNvSpPr txBox="1"/>
            <p:nvPr/>
          </p:nvSpPr>
          <p:spPr>
            <a:xfrm>
              <a:off x="5779710" y="5181995"/>
              <a:ext cx="1185831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ES"/>
              </a:defPPr>
              <a:lvl1pPr>
                <a:defRPr sz="1200" b="1">
                  <a:solidFill>
                    <a:srgbClr val="C00000"/>
                  </a:solidFill>
                  <a:effectLst>
                    <a:glow rad="178202">
                      <a:schemeClr val="bg1">
                        <a:alpha val="40000"/>
                      </a:schemeClr>
                    </a:glow>
                  </a:effectLst>
                  <a:latin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pPr algn="ctr"/>
              <a:r>
                <a:rPr lang="es-ES" sz="1100" dirty="0">
                  <a:solidFill>
                    <a:srgbClr val="FFC000"/>
                  </a:solidFill>
                  <a:effectLst>
                    <a:glow rad="63500">
                      <a:schemeClr val="bg1">
                        <a:alpha val="95000"/>
                      </a:schemeClr>
                    </a:glow>
                  </a:effectLst>
                </a:rPr>
                <a:t>Depredadores</a:t>
              </a:r>
              <a:endParaRPr lang="en-ES" sz="1100" dirty="0">
                <a:solidFill>
                  <a:srgbClr val="FFC000"/>
                </a:solidFill>
                <a:effectLst>
                  <a:glow rad="63500">
                    <a:schemeClr val="bg1">
                      <a:alpha val="95000"/>
                    </a:schemeClr>
                  </a:glow>
                </a:effectLst>
              </a:endParaRPr>
            </a:p>
          </p:txBody>
        </p:sp>
      </p:grpSp>
      <p:grpSp>
        <p:nvGrpSpPr>
          <p:cNvPr id="250" name="Group 249">
            <a:extLst>
              <a:ext uri="{FF2B5EF4-FFF2-40B4-BE49-F238E27FC236}">
                <a16:creationId xmlns:a16="http://schemas.microsoft.com/office/drawing/2014/main" id="{BB96EA23-DF8D-8A2C-37CB-09AF0FADA25F}"/>
              </a:ext>
            </a:extLst>
          </p:cNvPr>
          <p:cNvGrpSpPr/>
          <p:nvPr/>
        </p:nvGrpSpPr>
        <p:grpSpPr>
          <a:xfrm>
            <a:off x="3978111" y="3077144"/>
            <a:ext cx="835473" cy="1706252"/>
            <a:chOff x="3978111" y="3077144"/>
            <a:chExt cx="835473" cy="1706252"/>
          </a:xfrm>
        </p:grpSpPr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1B5548CC-FC23-C4CF-D918-520CAF6BC4D5}"/>
                </a:ext>
              </a:extLst>
            </p:cNvPr>
            <p:cNvSpPr/>
            <p:nvPr/>
          </p:nvSpPr>
          <p:spPr>
            <a:xfrm>
              <a:off x="3978111" y="3077144"/>
              <a:ext cx="556182" cy="1706252"/>
            </a:xfrm>
            <a:custGeom>
              <a:avLst/>
              <a:gdLst>
                <a:gd name="connsiteX0" fmla="*/ 556182 w 556182"/>
                <a:gd name="connsiteY0" fmla="*/ 0 h 1706252"/>
                <a:gd name="connsiteX1" fmla="*/ 226244 w 556182"/>
                <a:gd name="connsiteY1" fmla="*/ 443060 h 1706252"/>
                <a:gd name="connsiteX2" fmla="*/ 47134 w 556182"/>
                <a:gd name="connsiteY2" fmla="*/ 1131217 h 1706252"/>
                <a:gd name="connsiteX3" fmla="*/ 0 w 556182"/>
                <a:gd name="connsiteY3" fmla="*/ 1706252 h 1706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6182" h="1706252">
                  <a:moveTo>
                    <a:pt x="556182" y="0"/>
                  </a:moveTo>
                  <a:cubicBezTo>
                    <a:pt x="433633" y="127262"/>
                    <a:pt x="311085" y="254524"/>
                    <a:pt x="226244" y="443060"/>
                  </a:cubicBezTo>
                  <a:cubicBezTo>
                    <a:pt x="141403" y="631596"/>
                    <a:pt x="84841" y="920685"/>
                    <a:pt x="47134" y="1131217"/>
                  </a:cubicBezTo>
                  <a:cubicBezTo>
                    <a:pt x="9427" y="1341749"/>
                    <a:pt x="4713" y="1524000"/>
                    <a:pt x="0" y="1706252"/>
                  </a:cubicBezTo>
                </a:path>
              </a:pathLst>
            </a:custGeom>
            <a:noFill/>
            <a:ln w="34925">
              <a:solidFill>
                <a:srgbClr val="00B050"/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ES"/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90FE4E2E-59E2-2577-5E99-4072E13C0E36}"/>
                </a:ext>
              </a:extLst>
            </p:cNvPr>
            <p:cNvSpPr txBox="1"/>
            <p:nvPr/>
          </p:nvSpPr>
          <p:spPr>
            <a:xfrm>
              <a:off x="4048150" y="3845345"/>
              <a:ext cx="765434" cy="3385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ES"/>
              </a:defPPr>
              <a:lvl1pPr>
                <a:defRPr sz="1200" b="1">
                  <a:solidFill>
                    <a:srgbClr val="C00000"/>
                  </a:solidFill>
                  <a:effectLst>
                    <a:glow rad="178202">
                      <a:schemeClr val="bg1">
                        <a:alpha val="40000"/>
                      </a:schemeClr>
                    </a:glow>
                  </a:effectLst>
                  <a:latin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pPr algn="ctr"/>
              <a:r>
                <a:rPr lang="es-ES" sz="1100" dirty="0">
                  <a:solidFill>
                    <a:srgbClr val="00B050"/>
                  </a:solidFill>
                  <a:effectLst>
                    <a:glow rad="83889">
                      <a:schemeClr val="bg1">
                        <a:alpha val="95969"/>
                      </a:schemeClr>
                    </a:glow>
                  </a:effectLst>
                </a:rPr>
                <a:t>Control top-</a:t>
              </a:r>
              <a:r>
                <a:rPr lang="es-ES" sz="1100" dirty="0" err="1">
                  <a:solidFill>
                    <a:srgbClr val="00B050"/>
                  </a:solidFill>
                  <a:effectLst>
                    <a:glow rad="83889">
                      <a:schemeClr val="bg1">
                        <a:alpha val="95969"/>
                      </a:schemeClr>
                    </a:glow>
                  </a:effectLst>
                </a:rPr>
                <a:t>down</a:t>
              </a:r>
              <a:endParaRPr lang="en-ES" sz="1100" dirty="0">
                <a:solidFill>
                  <a:srgbClr val="00B050"/>
                </a:solidFill>
                <a:effectLst>
                  <a:glow rad="83889">
                    <a:schemeClr val="bg1">
                      <a:alpha val="95969"/>
                    </a:schemeClr>
                  </a:glow>
                </a:effectLst>
              </a:endParaRPr>
            </a:p>
          </p:txBody>
        </p:sp>
      </p:grp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29AD2CBE-981D-422B-8D41-50E3CB88FEAE}"/>
              </a:ext>
            </a:extLst>
          </p:cNvPr>
          <p:cNvGrpSpPr/>
          <p:nvPr/>
        </p:nvGrpSpPr>
        <p:grpSpPr>
          <a:xfrm>
            <a:off x="4288934" y="4428335"/>
            <a:ext cx="899491" cy="777240"/>
            <a:chOff x="4288934" y="4428335"/>
            <a:chExt cx="899491" cy="777240"/>
          </a:xfrm>
        </p:grpSpPr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C2A4B85E-3949-1238-5E3D-592353BF1113}"/>
                </a:ext>
              </a:extLst>
            </p:cNvPr>
            <p:cNvSpPr/>
            <p:nvPr/>
          </p:nvSpPr>
          <p:spPr>
            <a:xfrm>
              <a:off x="4873752" y="4428335"/>
              <a:ext cx="314673" cy="777240"/>
            </a:xfrm>
            <a:custGeom>
              <a:avLst/>
              <a:gdLst>
                <a:gd name="connsiteX0" fmla="*/ 205740 w 314673"/>
                <a:gd name="connsiteY0" fmla="*/ 0 h 777240"/>
                <a:gd name="connsiteX1" fmla="*/ 292608 w 314673"/>
                <a:gd name="connsiteY1" fmla="*/ 242316 h 777240"/>
                <a:gd name="connsiteX2" fmla="*/ 288036 w 314673"/>
                <a:gd name="connsiteY2" fmla="*/ 425196 h 777240"/>
                <a:gd name="connsiteX3" fmla="*/ 0 w 314673"/>
                <a:gd name="connsiteY3" fmla="*/ 777240 h 777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4673" h="777240">
                  <a:moveTo>
                    <a:pt x="205740" y="0"/>
                  </a:moveTo>
                  <a:cubicBezTo>
                    <a:pt x="242316" y="85725"/>
                    <a:pt x="278892" y="171450"/>
                    <a:pt x="292608" y="242316"/>
                  </a:cubicBezTo>
                  <a:cubicBezTo>
                    <a:pt x="306324" y="313182"/>
                    <a:pt x="336804" y="336042"/>
                    <a:pt x="288036" y="425196"/>
                  </a:cubicBezTo>
                  <a:cubicBezTo>
                    <a:pt x="239268" y="514350"/>
                    <a:pt x="119634" y="645795"/>
                    <a:pt x="0" y="777240"/>
                  </a:cubicBezTo>
                </a:path>
              </a:pathLst>
            </a:custGeom>
            <a:noFill/>
            <a:ln w="34925">
              <a:solidFill>
                <a:srgbClr val="00B050"/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ES"/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85874417-20CC-DD3A-B52E-3C2724B603AE}"/>
                </a:ext>
              </a:extLst>
            </p:cNvPr>
            <p:cNvSpPr txBox="1"/>
            <p:nvPr/>
          </p:nvSpPr>
          <p:spPr>
            <a:xfrm>
              <a:off x="4288934" y="4519936"/>
              <a:ext cx="893906" cy="3385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ES"/>
              </a:defPPr>
              <a:lvl1pPr>
                <a:defRPr sz="1200" b="1">
                  <a:solidFill>
                    <a:srgbClr val="C00000"/>
                  </a:solidFill>
                  <a:effectLst>
                    <a:glow rad="178202">
                      <a:schemeClr val="bg1">
                        <a:alpha val="40000"/>
                      </a:schemeClr>
                    </a:glow>
                  </a:effectLst>
                  <a:latin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pPr algn="ctr"/>
              <a:r>
                <a:rPr lang="es-ES" sz="1100" dirty="0">
                  <a:solidFill>
                    <a:srgbClr val="00B050"/>
                  </a:solidFill>
                  <a:effectLst>
                    <a:glow rad="83889">
                      <a:schemeClr val="bg1">
                        <a:alpha val="95969"/>
                      </a:schemeClr>
                    </a:glow>
                  </a:effectLst>
                </a:rPr>
                <a:t>control bottom-up</a:t>
              </a:r>
              <a:endParaRPr lang="en-ES" sz="1100" dirty="0">
                <a:solidFill>
                  <a:srgbClr val="00B050"/>
                </a:solidFill>
                <a:effectLst>
                  <a:glow rad="83889">
                    <a:schemeClr val="bg1">
                      <a:alpha val="95969"/>
                    </a:schemeClr>
                  </a:glow>
                </a:effectLst>
              </a:endParaRPr>
            </a:p>
          </p:txBody>
        </p:sp>
      </p:grp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43382E41-7EAC-4718-FDE0-756FB52E1D93}"/>
              </a:ext>
            </a:extLst>
          </p:cNvPr>
          <p:cNvCxnSpPr>
            <a:cxnSpLocks/>
          </p:cNvCxnSpPr>
          <p:nvPr/>
        </p:nvCxnSpPr>
        <p:spPr>
          <a:xfrm>
            <a:off x="4331468" y="5243425"/>
            <a:ext cx="391645" cy="66556"/>
          </a:xfrm>
          <a:prstGeom prst="straightConnector1">
            <a:avLst/>
          </a:prstGeom>
          <a:noFill/>
          <a:ln w="15875">
            <a:solidFill>
              <a:schemeClr val="accent5">
                <a:lumMod val="60000"/>
                <a:lumOff val="40000"/>
              </a:schemeClr>
            </a:solidFill>
            <a:headEnd type="triangle"/>
            <a:tailEnd type="triangle"/>
          </a:ln>
          <a:effectLst>
            <a:glow rad="25400">
              <a:schemeClr val="bg1">
                <a:alpha val="87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A8580D1D-B079-7EDC-DFC1-3B13ABF49AD7}"/>
              </a:ext>
            </a:extLst>
          </p:cNvPr>
          <p:cNvCxnSpPr>
            <a:cxnSpLocks/>
          </p:cNvCxnSpPr>
          <p:nvPr/>
        </p:nvCxnSpPr>
        <p:spPr>
          <a:xfrm>
            <a:off x="5945315" y="5609888"/>
            <a:ext cx="427310" cy="0"/>
          </a:xfrm>
          <a:prstGeom prst="straightConnector1">
            <a:avLst/>
          </a:prstGeom>
          <a:noFill/>
          <a:ln w="15875">
            <a:solidFill>
              <a:schemeClr val="accent5">
                <a:lumMod val="60000"/>
                <a:lumOff val="40000"/>
              </a:schemeClr>
            </a:solidFill>
            <a:headEnd type="triangle"/>
            <a:tailEnd type="triangle"/>
          </a:ln>
          <a:effectLst>
            <a:glow rad="25400">
              <a:schemeClr val="bg1">
                <a:alpha val="87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C8369356-166A-0524-D9DA-A3C982BA60B9}"/>
              </a:ext>
            </a:extLst>
          </p:cNvPr>
          <p:cNvCxnSpPr>
            <a:cxnSpLocks/>
          </p:cNvCxnSpPr>
          <p:nvPr/>
        </p:nvCxnSpPr>
        <p:spPr>
          <a:xfrm flipV="1">
            <a:off x="4873752" y="4874761"/>
            <a:ext cx="845156" cy="865932"/>
          </a:xfrm>
          <a:prstGeom prst="straightConnector1">
            <a:avLst/>
          </a:prstGeom>
          <a:noFill/>
          <a:ln w="25400">
            <a:solidFill>
              <a:schemeClr val="accent5">
                <a:lumMod val="40000"/>
                <a:lumOff val="60000"/>
              </a:schemeClr>
            </a:solidFill>
            <a:prstDash val="sysDash"/>
            <a:headEnd type="triangle"/>
            <a:tailEnd type="triangle"/>
          </a:ln>
          <a:effectLst>
            <a:glow rad="38100">
              <a:schemeClr val="bg1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5504DA80-7805-AF00-8477-4FFDC5400215}"/>
              </a:ext>
            </a:extLst>
          </p:cNvPr>
          <p:cNvCxnSpPr>
            <a:cxnSpLocks/>
          </p:cNvCxnSpPr>
          <p:nvPr/>
        </p:nvCxnSpPr>
        <p:spPr>
          <a:xfrm flipV="1">
            <a:off x="4043037" y="4454208"/>
            <a:ext cx="349608" cy="559939"/>
          </a:xfrm>
          <a:prstGeom prst="straightConnector1">
            <a:avLst/>
          </a:prstGeom>
          <a:noFill/>
          <a:ln w="25400">
            <a:solidFill>
              <a:schemeClr val="accent5">
                <a:lumMod val="40000"/>
                <a:lumOff val="60000"/>
              </a:schemeClr>
            </a:solidFill>
            <a:prstDash val="sysDash"/>
            <a:headEnd type="triangle"/>
            <a:tailEnd type="triangle"/>
          </a:ln>
          <a:effectLst>
            <a:glow rad="38100">
              <a:schemeClr val="bg1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6" name="TextBox 165">
            <a:extLst>
              <a:ext uri="{FF2B5EF4-FFF2-40B4-BE49-F238E27FC236}">
                <a16:creationId xmlns:a16="http://schemas.microsoft.com/office/drawing/2014/main" id="{A18AB06A-0576-BA82-2DDC-1E996370FA0E}"/>
              </a:ext>
            </a:extLst>
          </p:cNvPr>
          <p:cNvSpPr txBox="1"/>
          <p:nvPr/>
        </p:nvSpPr>
        <p:spPr>
          <a:xfrm>
            <a:off x="5042827" y="4039793"/>
            <a:ext cx="9591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ES"/>
            </a:defPPr>
            <a:lvl1pPr algn="ctr">
              <a:defRPr sz="1100" b="1">
                <a:solidFill>
                  <a:srgbClr val="00B0F0"/>
                </a:solidFill>
                <a:effectLst>
                  <a:glow rad="178202">
                    <a:schemeClr val="bg1"/>
                  </a:glow>
                </a:effectLst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" dirty="0"/>
              <a:t>Resiliencia</a:t>
            </a:r>
            <a:endParaRPr lang="en-ES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C9DF6A3-4B86-6C60-5743-69C01FDC18B5}"/>
              </a:ext>
            </a:extLst>
          </p:cNvPr>
          <p:cNvGrpSpPr/>
          <p:nvPr/>
        </p:nvGrpSpPr>
        <p:grpSpPr>
          <a:xfrm>
            <a:off x="5025485" y="597395"/>
            <a:ext cx="2467621" cy="2213372"/>
            <a:chOff x="5199360" y="450098"/>
            <a:chExt cx="2961491" cy="2656356"/>
          </a:xfrm>
        </p:grpSpPr>
        <p:pic>
          <p:nvPicPr>
            <p:cNvPr id="25" name="Picture 24" descr="A magnifying glass over a river&#10;&#10;AI-generated content may be incorrect.">
              <a:extLst>
                <a:ext uri="{FF2B5EF4-FFF2-40B4-BE49-F238E27FC236}">
                  <a16:creationId xmlns:a16="http://schemas.microsoft.com/office/drawing/2014/main" id="{D718A458-CF8D-E28C-C3A9-DCE0973EC7C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7626711" y="2075499"/>
              <a:ext cx="534140" cy="678269"/>
            </a:xfrm>
            <a:prstGeom prst="rect">
              <a:avLst/>
            </a:prstGeom>
          </p:spPr>
        </p:pic>
        <p:pic>
          <p:nvPicPr>
            <p:cNvPr id="21" name="Picture 20" descr="A magnifying glass over a river&#10;&#10;AI-generated content may be incorrect.">
              <a:extLst>
                <a:ext uri="{FF2B5EF4-FFF2-40B4-BE49-F238E27FC236}">
                  <a16:creationId xmlns:a16="http://schemas.microsoft.com/office/drawing/2014/main" id="{CFB6F2C4-9B1C-357C-D350-9974E9E99C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5199360" y="450098"/>
              <a:ext cx="2690876" cy="2656356"/>
            </a:xfrm>
            <a:prstGeom prst="rect">
              <a:avLst/>
            </a:prstGeom>
          </p:spPr>
        </p:pic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05F7139B-183E-1550-BBE1-1A3EBEBA6D6F}"/>
              </a:ext>
            </a:extLst>
          </p:cNvPr>
          <p:cNvGrpSpPr/>
          <p:nvPr/>
        </p:nvGrpSpPr>
        <p:grpSpPr>
          <a:xfrm>
            <a:off x="5104298" y="360049"/>
            <a:ext cx="2120482" cy="2427655"/>
            <a:chOff x="5104298" y="360049"/>
            <a:chExt cx="2120482" cy="2427655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92EEF3C-6B35-9502-EA98-44DC20DE7311}"/>
                </a:ext>
              </a:extLst>
            </p:cNvPr>
            <p:cNvSpPr/>
            <p:nvPr/>
          </p:nvSpPr>
          <p:spPr>
            <a:xfrm>
              <a:off x="5104298" y="638994"/>
              <a:ext cx="2120482" cy="2148710"/>
            </a:xfrm>
            <a:prstGeom prst="ellipse">
              <a:avLst/>
            </a:prstGeom>
            <a:noFill/>
            <a:ln w="3492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ES" dirty="0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2297D722-E6A6-482E-A71D-322722F34141}"/>
                </a:ext>
              </a:extLst>
            </p:cNvPr>
            <p:cNvSpPr txBox="1"/>
            <p:nvPr/>
          </p:nvSpPr>
          <p:spPr>
            <a:xfrm>
              <a:off x="5779710" y="360049"/>
              <a:ext cx="89639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ES"/>
              </a:defPPr>
              <a:lvl1pPr>
                <a:defRPr sz="1200" b="1">
                  <a:solidFill>
                    <a:srgbClr val="C00000"/>
                  </a:solidFill>
                  <a:effectLst>
                    <a:glow rad="178202">
                      <a:schemeClr val="bg1">
                        <a:alpha val="40000"/>
                      </a:schemeClr>
                    </a:glow>
                  </a:effectLst>
                  <a:latin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r>
                <a:rPr lang="es-ES" sz="1100" dirty="0"/>
                <a:t>Ecosistemas</a:t>
              </a:r>
              <a:endParaRPr lang="en-ES" sz="1100" dirty="0"/>
            </a:p>
          </p:txBody>
        </p:sp>
      </p:grpSp>
      <p:sp>
        <p:nvSpPr>
          <p:cNvPr id="107" name="TextBox 106">
            <a:extLst>
              <a:ext uri="{FF2B5EF4-FFF2-40B4-BE49-F238E27FC236}">
                <a16:creationId xmlns:a16="http://schemas.microsoft.com/office/drawing/2014/main" id="{59BB0752-67F6-C1F4-0346-2454DC688388}"/>
              </a:ext>
            </a:extLst>
          </p:cNvPr>
          <p:cNvSpPr txBox="1"/>
          <p:nvPr/>
        </p:nvSpPr>
        <p:spPr>
          <a:xfrm>
            <a:off x="6776312" y="1438297"/>
            <a:ext cx="1237538" cy="5078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ES"/>
            </a:defPPr>
            <a:lvl1pPr>
              <a:defRPr sz="1200" b="1">
                <a:solidFill>
                  <a:srgbClr val="C00000"/>
                </a:solidFill>
                <a:effectLst>
                  <a:glow rad="178202">
                    <a:schemeClr val="bg1">
                      <a:alpha val="40000"/>
                    </a:schemeClr>
                  </a:glow>
                </a:effectLst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ctr"/>
            <a:r>
              <a:rPr lang="es-ES" sz="1100" dirty="0">
                <a:solidFill>
                  <a:srgbClr val="FFC000"/>
                </a:solidFill>
                <a:effectLst>
                  <a:glow rad="147143">
                    <a:schemeClr val="bg1">
                      <a:alpha val="95969"/>
                    </a:schemeClr>
                  </a:glow>
                </a:effectLst>
              </a:rPr>
              <a:t>Ciclo hidrológico</a:t>
            </a:r>
          </a:p>
          <a:p>
            <a:pPr algn="ctr"/>
            <a:r>
              <a:rPr lang="es-ES" sz="1100" dirty="0">
                <a:solidFill>
                  <a:srgbClr val="FFC000"/>
                </a:solidFill>
                <a:effectLst>
                  <a:glow rad="147143">
                    <a:schemeClr val="bg1">
                      <a:alpha val="95969"/>
                    </a:schemeClr>
                  </a:glow>
                </a:effectLst>
              </a:rPr>
              <a:t>Producción de madera</a:t>
            </a:r>
            <a:endParaRPr lang="en-ES" sz="1100" dirty="0">
              <a:solidFill>
                <a:srgbClr val="FFC000"/>
              </a:solidFill>
              <a:effectLst>
                <a:glow rad="147143">
                  <a:schemeClr val="bg1">
                    <a:alpha val="95969"/>
                  </a:schemeClr>
                </a:glow>
              </a:effectLst>
            </a:endParaRPr>
          </a:p>
        </p:txBody>
      </p:sp>
      <p:sp>
        <p:nvSpPr>
          <p:cNvPr id="153" name="Freeform 152">
            <a:extLst>
              <a:ext uri="{FF2B5EF4-FFF2-40B4-BE49-F238E27FC236}">
                <a16:creationId xmlns:a16="http://schemas.microsoft.com/office/drawing/2014/main" id="{E2E3BC9B-D65D-DA5D-CFF6-BC20EC300047}"/>
              </a:ext>
            </a:extLst>
          </p:cNvPr>
          <p:cNvSpPr/>
          <p:nvPr/>
        </p:nvSpPr>
        <p:spPr>
          <a:xfrm>
            <a:off x="5268739" y="938120"/>
            <a:ext cx="1354527" cy="829680"/>
          </a:xfrm>
          <a:custGeom>
            <a:avLst/>
            <a:gdLst>
              <a:gd name="connsiteX0" fmla="*/ 1354527 w 1354527"/>
              <a:gd name="connsiteY0" fmla="*/ 63254 h 829680"/>
              <a:gd name="connsiteX1" fmla="*/ 849899 w 1354527"/>
              <a:gd name="connsiteY1" fmla="*/ 2547 h 829680"/>
              <a:gd name="connsiteX2" fmla="*/ 508422 w 1354527"/>
              <a:gd name="connsiteY2" fmla="*/ 139137 h 829680"/>
              <a:gd name="connsiteX3" fmla="*/ 136591 w 1354527"/>
              <a:gd name="connsiteY3" fmla="*/ 510968 h 829680"/>
              <a:gd name="connsiteX4" fmla="*/ 0 w 1354527"/>
              <a:gd name="connsiteY4" fmla="*/ 829680 h 829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54527" h="829680">
                <a:moveTo>
                  <a:pt x="1354527" y="63254"/>
                </a:moveTo>
                <a:cubicBezTo>
                  <a:pt x="1172721" y="26577"/>
                  <a:pt x="990916" y="-10100"/>
                  <a:pt x="849899" y="2547"/>
                </a:cubicBezTo>
                <a:cubicBezTo>
                  <a:pt x="708882" y="15194"/>
                  <a:pt x="627307" y="54400"/>
                  <a:pt x="508422" y="139137"/>
                </a:cubicBezTo>
                <a:cubicBezTo>
                  <a:pt x="389537" y="223874"/>
                  <a:pt x="221328" y="395877"/>
                  <a:pt x="136591" y="510968"/>
                </a:cubicBezTo>
                <a:cubicBezTo>
                  <a:pt x="51854" y="626059"/>
                  <a:pt x="25927" y="727869"/>
                  <a:pt x="0" y="829680"/>
                </a:cubicBezTo>
              </a:path>
            </a:pathLst>
          </a:custGeom>
          <a:noFill/>
          <a:ln w="25400">
            <a:solidFill>
              <a:schemeClr val="accent5">
                <a:lumMod val="40000"/>
                <a:lumOff val="60000"/>
              </a:schemeClr>
            </a:solidFill>
            <a:prstDash val="sysDash"/>
            <a:headEnd type="triangle"/>
            <a:tailEnd type="triangle"/>
          </a:ln>
          <a:effectLst>
            <a:glow rad="63500">
              <a:schemeClr val="bg1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</p:txBody>
      </p: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A00B65E9-1595-76E8-870B-4B30B07E540F}"/>
              </a:ext>
            </a:extLst>
          </p:cNvPr>
          <p:cNvGrpSpPr/>
          <p:nvPr/>
        </p:nvGrpSpPr>
        <p:grpSpPr>
          <a:xfrm>
            <a:off x="6268247" y="1751440"/>
            <a:ext cx="393751" cy="128286"/>
            <a:chOff x="6268247" y="1751440"/>
            <a:chExt cx="393751" cy="128286"/>
          </a:xfrm>
        </p:grpSpPr>
        <p:cxnSp>
          <p:nvCxnSpPr>
            <p:cNvPr id="154" name="Straight Arrow Connector 153">
              <a:extLst>
                <a:ext uri="{FF2B5EF4-FFF2-40B4-BE49-F238E27FC236}">
                  <a16:creationId xmlns:a16="http://schemas.microsoft.com/office/drawing/2014/main" id="{288E1AB8-F027-F6CD-EF47-C191C444B685}"/>
                </a:ext>
              </a:extLst>
            </p:cNvPr>
            <p:cNvCxnSpPr>
              <a:cxnSpLocks/>
            </p:cNvCxnSpPr>
            <p:nvPr/>
          </p:nvCxnSpPr>
          <p:spPr>
            <a:xfrm>
              <a:off x="6378131" y="1751440"/>
              <a:ext cx="283867" cy="0"/>
            </a:xfrm>
            <a:prstGeom prst="straightConnector1">
              <a:avLst/>
            </a:prstGeom>
            <a:noFill/>
            <a:ln w="15875">
              <a:solidFill>
                <a:schemeClr val="accent5">
                  <a:lumMod val="60000"/>
                  <a:lumOff val="40000"/>
                </a:schemeClr>
              </a:solidFill>
              <a:headEnd type="triangle"/>
              <a:tailEnd type="triangle"/>
            </a:ln>
            <a:effectLst>
              <a:glow rad="25400">
                <a:schemeClr val="bg1">
                  <a:alpha val="87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5" name="Straight Arrow Connector 154">
              <a:extLst>
                <a:ext uri="{FF2B5EF4-FFF2-40B4-BE49-F238E27FC236}">
                  <a16:creationId xmlns:a16="http://schemas.microsoft.com/office/drawing/2014/main" id="{EE951DB7-73F0-E9F0-DFCE-E191C2844F16}"/>
                </a:ext>
              </a:extLst>
            </p:cNvPr>
            <p:cNvCxnSpPr>
              <a:cxnSpLocks/>
            </p:cNvCxnSpPr>
            <p:nvPr/>
          </p:nvCxnSpPr>
          <p:spPr>
            <a:xfrm>
              <a:off x="6268247" y="1879726"/>
              <a:ext cx="283867" cy="0"/>
            </a:xfrm>
            <a:prstGeom prst="straightConnector1">
              <a:avLst/>
            </a:prstGeom>
            <a:noFill/>
            <a:ln w="15875">
              <a:solidFill>
                <a:schemeClr val="accent5">
                  <a:lumMod val="60000"/>
                  <a:lumOff val="40000"/>
                </a:schemeClr>
              </a:solidFill>
              <a:headEnd type="triangle"/>
              <a:tailEnd type="triangle"/>
            </a:ln>
            <a:effectLst>
              <a:glow rad="25400">
                <a:schemeClr val="bg1">
                  <a:alpha val="87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C8BC3C12-DFF0-5B1A-7AA9-216EC1B2898F}"/>
              </a:ext>
            </a:extLst>
          </p:cNvPr>
          <p:cNvPicPr>
            <a:picLocks noChangeAspect="1"/>
          </p:cNvPicPr>
          <p:nvPr/>
        </p:nvPicPr>
        <p:blipFill>
          <a:blip r:embed="rId11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13543" y="4271407"/>
            <a:ext cx="3689688" cy="2010592"/>
          </a:xfrm>
          <a:prstGeom prst="rect">
            <a:avLst/>
          </a:prstGeom>
        </p:spPr>
      </p:pic>
      <p:grpSp>
        <p:nvGrpSpPr>
          <p:cNvPr id="244" name="Group 243">
            <a:extLst>
              <a:ext uri="{FF2B5EF4-FFF2-40B4-BE49-F238E27FC236}">
                <a16:creationId xmlns:a16="http://schemas.microsoft.com/office/drawing/2014/main" id="{31DAA51D-15DD-1729-7EE9-E5F168546F00}"/>
              </a:ext>
            </a:extLst>
          </p:cNvPr>
          <p:cNvGrpSpPr/>
          <p:nvPr/>
        </p:nvGrpSpPr>
        <p:grpSpPr>
          <a:xfrm>
            <a:off x="9180218" y="5382532"/>
            <a:ext cx="1135442" cy="837824"/>
            <a:chOff x="9180218" y="5382532"/>
            <a:chExt cx="1135442" cy="837824"/>
          </a:xfrm>
        </p:grpSpPr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01FF29E8-2485-A1C9-998B-3CBDCAA03ECF}"/>
                </a:ext>
              </a:extLst>
            </p:cNvPr>
            <p:cNvSpPr/>
            <p:nvPr/>
          </p:nvSpPr>
          <p:spPr>
            <a:xfrm>
              <a:off x="9711559" y="5382532"/>
              <a:ext cx="604101" cy="837824"/>
            </a:xfrm>
            <a:custGeom>
              <a:avLst/>
              <a:gdLst>
                <a:gd name="connsiteX0" fmla="*/ 157655 w 604101"/>
                <a:gd name="connsiteY0" fmla="*/ 779267 h 837824"/>
                <a:gd name="connsiteX1" fmla="*/ 157655 w 604101"/>
                <a:gd name="connsiteY1" fmla="*/ 779267 h 837824"/>
                <a:gd name="connsiteX2" fmla="*/ 153150 w 604101"/>
                <a:gd name="connsiteY2" fmla="*/ 734222 h 837824"/>
                <a:gd name="connsiteX3" fmla="*/ 148646 w 604101"/>
                <a:gd name="connsiteY3" fmla="*/ 720709 h 837824"/>
                <a:gd name="connsiteX4" fmla="*/ 144141 w 604101"/>
                <a:gd name="connsiteY4" fmla="*/ 702691 h 837824"/>
                <a:gd name="connsiteX5" fmla="*/ 139637 w 604101"/>
                <a:gd name="connsiteY5" fmla="*/ 680169 h 837824"/>
                <a:gd name="connsiteX6" fmla="*/ 130628 w 604101"/>
                <a:gd name="connsiteY6" fmla="*/ 653143 h 837824"/>
                <a:gd name="connsiteX7" fmla="*/ 103602 w 604101"/>
                <a:gd name="connsiteY7" fmla="*/ 639629 h 837824"/>
                <a:gd name="connsiteX8" fmla="*/ 90088 w 604101"/>
                <a:gd name="connsiteY8" fmla="*/ 635125 h 837824"/>
                <a:gd name="connsiteX9" fmla="*/ 76575 w 604101"/>
                <a:gd name="connsiteY9" fmla="*/ 626116 h 837824"/>
                <a:gd name="connsiteX10" fmla="*/ 63062 w 604101"/>
                <a:gd name="connsiteY10" fmla="*/ 621611 h 837824"/>
                <a:gd name="connsiteX11" fmla="*/ 22522 w 604101"/>
                <a:gd name="connsiteY11" fmla="*/ 590080 h 837824"/>
                <a:gd name="connsiteX12" fmla="*/ 13513 w 604101"/>
                <a:gd name="connsiteY12" fmla="*/ 572063 h 837824"/>
                <a:gd name="connsiteX13" fmla="*/ 4504 w 604101"/>
                <a:gd name="connsiteY13" fmla="*/ 558549 h 837824"/>
                <a:gd name="connsiteX14" fmla="*/ 0 w 604101"/>
                <a:gd name="connsiteY14" fmla="*/ 540532 h 837824"/>
                <a:gd name="connsiteX15" fmla="*/ 9008 w 604101"/>
                <a:gd name="connsiteY15" fmla="*/ 450443 h 837824"/>
                <a:gd name="connsiteX16" fmla="*/ 18017 w 604101"/>
                <a:gd name="connsiteY16" fmla="*/ 409903 h 837824"/>
                <a:gd name="connsiteX17" fmla="*/ 22522 w 604101"/>
                <a:gd name="connsiteY17" fmla="*/ 396390 h 837824"/>
                <a:gd name="connsiteX18" fmla="*/ 31531 w 604101"/>
                <a:gd name="connsiteY18" fmla="*/ 382877 h 837824"/>
                <a:gd name="connsiteX19" fmla="*/ 45044 w 604101"/>
                <a:gd name="connsiteY19" fmla="*/ 337832 h 837824"/>
                <a:gd name="connsiteX20" fmla="*/ 54053 w 604101"/>
                <a:gd name="connsiteY20" fmla="*/ 324319 h 837824"/>
                <a:gd name="connsiteX21" fmla="*/ 76575 w 604101"/>
                <a:gd name="connsiteY21" fmla="*/ 283779 h 837824"/>
                <a:gd name="connsiteX22" fmla="*/ 85584 w 604101"/>
                <a:gd name="connsiteY22" fmla="*/ 270266 h 837824"/>
                <a:gd name="connsiteX23" fmla="*/ 99097 w 604101"/>
                <a:gd name="connsiteY23" fmla="*/ 229726 h 837824"/>
                <a:gd name="connsiteX24" fmla="*/ 103602 w 604101"/>
                <a:gd name="connsiteY24" fmla="*/ 216212 h 837824"/>
                <a:gd name="connsiteX25" fmla="*/ 108106 w 604101"/>
                <a:gd name="connsiteY25" fmla="*/ 198195 h 837824"/>
                <a:gd name="connsiteX26" fmla="*/ 112610 w 604101"/>
                <a:gd name="connsiteY26" fmla="*/ 184681 h 837824"/>
                <a:gd name="connsiteX27" fmla="*/ 117115 w 604101"/>
                <a:gd name="connsiteY27" fmla="*/ 157655 h 837824"/>
                <a:gd name="connsiteX28" fmla="*/ 121619 w 604101"/>
                <a:gd name="connsiteY28" fmla="*/ 121619 h 837824"/>
                <a:gd name="connsiteX29" fmla="*/ 130628 w 604101"/>
                <a:gd name="connsiteY29" fmla="*/ 94593 h 837824"/>
                <a:gd name="connsiteX30" fmla="*/ 148646 w 604101"/>
                <a:gd name="connsiteY30" fmla="*/ 67566 h 837824"/>
                <a:gd name="connsiteX31" fmla="*/ 153150 w 604101"/>
                <a:gd name="connsiteY31" fmla="*/ 49548 h 837824"/>
                <a:gd name="connsiteX32" fmla="*/ 193690 w 604101"/>
                <a:gd name="connsiteY32" fmla="*/ 13513 h 837824"/>
                <a:gd name="connsiteX33" fmla="*/ 234230 w 604101"/>
                <a:gd name="connsiteY33" fmla="*/ 4504 h 837824"/>
                <a:gd name="connsiteX34" fmla="*/ 288283 w 604101"/>
                <a:gd name="connsiteY34" fmla="*/ 0 h 837824"/>
                <a:gd name="connsiteX35" fmla="*/ 369363 w 604101"/>
                <a:gd name="connsiteY35" fmla="*/ 4504 h 837824"/>
                <a:gd name="connsiteX36" fmla="*/ 468461 w 604101"/>
                <a:gd name="connsiteY36" fmla="*/ 9009 h 837824"/>
                <a:gd name="connsiteX37" fmla="*/ 490983 w 604101"/>
                <a:gd name="connsiteY37" fmla="*/ 49548 h 837824"/>
                <a:gd name="connsiteX38" fmla="*/ 499992 w 604101"/>
                <a:gd name="connsiteY38" fmla="*/ 63062 h 837824"/>
                <a:gd name="connsiteX39" fmla="*/ 518009 w 604101"/>
                <a:gd name="connsiteY39" fmla="*/ 103602 h 837824"/>
                <a:gd name="connsiteX40" fmla="*/ 527018 w 604101"/>
                <a:gd name="connsiteY40" fmla="*/ 135133 h 837824"/>
                <a:gd name="connsiteX41" fmla="*/ 536027 w 604101"/>
                <a:gd name="connsiteY41" fmla="*/ 157655 h 837824"/>
                <a:gd name="connsiteX42" fmla="*/ 540532 w 604101"/>
                <a:gd name="connsiteY42" fmla="*/ 180177 h 837824"/>
                <a:gd name="connsiteX43" fmla="*/ 545036 w 604101"/>
                <a:gd name="connsiteY43" fmla="*/ 193690 h 837824"/>
                <a:gd name="connsiteX44" fmla="*/ 554045 w 604101"/>
                <a:gd name="connsiteY44" fmla="*/ 238735 h 837824"/>
                <a:gd name="connsiteX45" fmla="*/ 558549 w 604101"/>
                <a:gd name="connsiteY45" fmla="*/ 256752 h 837824"/>
                <a:gd name="connsiteX46" fmla="*/ 563054 w 604101"/>
                <a:gd name="connsiteY46" fmla="*/ 279275 h 837824"/>
                <a:gd name="connsiteX47" fmla="*/ 572063 w 604101"/>
                <a:gd name="connsiteY47" fmla="*/ 310806 h 837824"/>
                <a:gd name="connsiteX48" fmla="*/ 581072 w 604101"/>
                <a:gd name="connsiteY48" fmla="*/ 360354 h 837824"/>
                <a:gd name="connsiteX49" fmla="*/ 585576 w 604101"/>
                <a:gd name="connsiteY49" fmla="*/ 378372 h 837824"/>
                <a:gd name="connsiteX50" fmla="*/ 590080 w 604101"/>
                <a:gd name="connsiteY50" fmla="*/ 400894 h 837824"/>
                <a:gd name="connsiteX51" fmla="*/ 599089 w 604101"/>
                <a:gd name="connsiteY51" fmla="*/ 427921 h 837824"/>
                <a:gd name="connsiteX52" fmla="*/ 599089 w 604101"/>
                <a:gd name="connsiteY52" fmla="*/ 531523 h 837824"/>
                <a:gd name="connsiteX53" fmla="*/ 590080 w 604101"/>
                <a:gd name="connsiteY53" fmla="*/ 558549 h 837824"/>
                <a:gd name="connsiteX54" fmla="*/ 581072 w 604101"/>
                <a:gd name="connsiteY54" fmla="*/ 603594 h 837824"/>
                <a:gd name="connsiteX55" fmla="*/ 576567 w 604101"/>
                <a:gd name="connsiteY55" fmla="*/ 621611 h 837824"/>
                <a:gd name="connsiteX56" fmla="*/ 572063 w 604101"/>
                <a:gd name="connsiteY56" fmla="*/ 635125 h 837824"/>
                <a:gd name="connsiteX57" fmla="*/ 567558 w 604101"/>
                <a:gd name="connsiteY57" fmla="*/ 662151 h 837824"/>
                <a:gd name="connsiteX58" fmla="*/ 563054 w 604101"/>
                <a:gd name="connsiteY58" fmla="*/ 693682 h 837824"/>
                <a:gd name="connsiteX59" fmla="*/ 540532 w 604101"/>
                <a:gd name="connsiteY59" fmla="*/ 765753 h 837824"/>
                <a:gd name="connsiteX60" fmla="*/ 513505 w 604101"/>
                <a:gd name="connsiteY60" fmla="*/ 792780 h 837824"/>
                <a:gd name="connsiteX61" fmla="*/ 499992 w 604101"/>
                <a:gd name="connsiteY61" fmla="*/ 806293 h 837824"/>
                <a:gd name="connsiteX62" fmla="*/ 481974 w 604101"/>
                <a:gd name="connsiteY62" fmla="*/ 815302 h 837824"/>
                <a:gd name="connsiteX63" fmla="*/ 454947 w 604101"/>
                <a:gd name="connsiteY63" fmla="*/ 828815 h 837824"/>
                <a:gd name="connsiteX64" fmla="*/ 351345 w 604101"/>
                <a:gd name="connsiteY64" fmla="*/ 837824 h 837824"/>
                <a:gd name="connsiteX65" fmla="*/ 225221 w 604101"/>
                <a:gd name="connsiteY65" fmla="*/ 824311 h 837824"/>
                <a:gd name="connsiteX66" fmla="*/ 180177 w 604101"/>
                <a:gd name="connsiteY66" fmla="*/ 815302 h 837824"/>
                <a:gd name="connsiteX67" fmla="*/ 166664 w 604101"/>
                <a:gd name="connsiteY67" fmla="*/ 810798 h 837824"/>
                <a:gd name="connsiteX68" fmla="*/ 157655 w 604101"/>
                <a:gd name="connsiteY68" fmla="*/ 779267 h 837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604101" h="837824">
                  <a:moveTo>
                    <a:pt x="157655" y="779267"/>
                  </a:moveTo>
                  <a:lnTo>
                    <a:pt x="157655" y="779267"/>
                  </a:lnTo>
                  <a:cubicBezTo>
                    <a:pt x="156153" y="764252"/>
                    <a:pt x="155445" y="749136"/>
                    <a:pt x="153150" y="734222"/>
                  </a:cubicBezTo>
                  <a:cubicBezTo>
                    <a:pt x="152428" y="729529"/>
                    <a:pt x="149950" y="725274"/>
                    <a:pt x="148646" y="720709"/>
                  </a:cubicBezTo>
                  <a:cubicBezTo>
                    <a:pt x="146945" y="714756"/>
                    <a:pt x="145484" y="708734"/>
                    <a:pt x="144141" y="702691"/>
                  </a:cubicBezTo>
                  <a:cubicBezTo>
                    <a:pt x="142480" y="695217"/>
                    <a:pt x="141651" y="687555"/>
                    <a:pt x="139637" y="680169"/>
                  </a:cubicBezTo>
                  <a:cubicBezTo>
                    <a:pt x="137138" y="671008"/>
                    <a:pt x="139637" y="656146"/>
                    <a:pt x="130628" y="653143"/>
                  </a:cubicBezTo>
                  <a:cubicBezTo>
                    <a:pt x="96652" y="641816"/>
                    <a:pt x="138541" y="657098"/>
                    <a:pt x="103602" y="639629"/>
                  </a:cubicBezTo>
                  <a:cubicBezTo>
                    <a:pt x="99355" y="637506"/>
                    <a:pt x="94593" y="636626"/>
                    <a:pt x="90088" y="635125"/>
                  </a:cubicBezTo>
                  <a:cubicBezTo>
                    <a:pt x="85584" y="632122"/>
                    <a:pt x="81417" y="628537"/>
                    <a:pt x="76575" y="626116"/>
                  </a:cubicBezTo>
                  <a:cubicBezTo>
                    <a:pt x="72328" y="623992"/>
                    <a:pt x="67213" y="623917"/>
                    <a:pt x="63062" y="621611"/>
                  </a:cubicBezTo>
                  <a:cubicBezTo>
                    <a:pt x="52027" y="615480"/>
                    <a:pt x="31163" y="602178"/>
                    <a:pt x="22522" y="590080"/>
                  </a:cubicBezTo>
                  <a:cubicBezTo>
                    <a:pt x="18619" y="584616"/>
                    <a:pt x="16844" y="577893"/>
                    <a:pt x="13513" y="572063"/>
                  </a:cubicBezTo>
                  <a:cubicBezTo>
                    <a:pt x="10827" y="567362"/>
                    <a:pt x="7507" y="563054"/>
                    <a:pt x="4504" y="558549"/>
                  </a:cubicBezTo>
                  <a:cubicBezTo>
                    <a:pt x="3003" y="552543"/>
                    <a:pt x="0" y="546722"/>
                    <a:pt x="0" y="540532"/>
                  </a:cubicBezTo>
                  <a:cubicBezTo>
                    <a:pt x="0" y="464204"/>
                    <a:pt x="-76" y="491319"/>
                    <a:pt x="9008" y="450443"/>
                  </a:cubicBezTo>
                  <a:cubicBezTo>
                    <a:pt x="13646" y="429570"/>
                    <a:pt x="12530" y="429106"/>
                    <a:pt x="18017" y="409903"/>
                  </a:cubicBezTo>
                  <a:cubicBezTo>
                    <a:pt x="19321" y="405338"/>
                    <a:pt x="20398" y="400637"/>
                    <a:pt x="22522" y="396390"/>
                  </a:cubicBezTo>
                  <a:cubicBezTo>
                    <a:pt x="24943" y="391548"/>
                    <a:pt x="28528" y="387381"/>
                    <a:pt x="31531" y="382877"/>
                  </a:cubicBezTo>
                  <a:cubicBezTo>
                    <a:pt x="34049" y="372804"/>
                    <a:pt x="40656" y="344413"/>
                    <a:pt x="45044" y="337832"/>
                  </a:cubicBezTo>
                  <a:lnTo>
                    <a:pt x="54053" y="324319"/>
                  </a:lnTo>
                  <a:cubicBezTo>
                    <a:pt x="61981" y="300534"/>
                    <a:pt x="55924" y="314756"/>
                    <a:pt x="76575" y="283779"/>
                  </a:cubicBezTo>
                  <a:lnTo>
                    <a:pt x="85584" y="270266"/>
                  </a:lnTo>
                  <a:lnTo>
                    <a:pt x="99097" y="229726"/>
                  </a:lnTo>
                  <a:cubicBezTo>
                    <a:pt x="100599" y="225221"/>
                    <a:pt x="102450" y="220819"/>
                    <a:pt x="103602" y="216212"/>
                  </a:cubicBezTo>
                  <a:cubicBezTo>
                    <a:pt x="105103" y="210206"/>
                    <a:pt x="106405" y="204147"/>
                    <a:pt x="108106" y="198195"/>
                  </a:cubicBezTo>
                  <a:cubicBezTo>
                    <a:pt x="109410" y="193629"/>
                    <a:pt x="111580" y="189316"/>
                    <a:pt x="112610" y="184681"/>
                  </a:cubicBezTo>
                  <a:cubicBezTo>
                    <a:pt x="114591" y="175766"/>
                    <a:pt x="115823" y="166696"/>
                    <a:pt x="117115" y="157655"/>
                  </a:cubicBezTo>
                  <a:cubicBezTo>
                    <a:pt x="118827" y="145671"/>
                    <a:pt x="119083" y="133456"/>
                    <a:pt x="121619" y="121619"/>
                  </a:cubicBezTo>
                  <a:cubicBezTo>
                    <a:pt x="123609" y="112334"/>
                    <a:pt x="125361" y="102494"/>
                    <a:pt x="130628" y="94593"/>
                  </a:cubicBezTo>
                  <a:lnTo>
                    <a:pt x="148646" y="67566"/>
                  </a:lnTo>
                  <a:cubicBezTo>
                    <a:pt x="150147" y="61560"/>
                    <a:pt x="149600" y="54620"/>
                    <a:pt x="153150" y="49548"/>
                  </a:cubicBezTo>
                  <a:cubicBezTo>
                    <a:pt x="159575" y="40369"/>
                    <a:pt x="179957" y="20379"/>
                    <a:pt x="193690" y="13513"/>
                  </a:cubicBezTo>
                  <a:cubicBezTo>
                    <a:pt x="204005" y="8356"/>
                    <a:pt x="225339" y="5492"/>
                    <a:pt x="234230" y="4504"/>
                  </a:cubicBezTo>
                  <a:cubicBezTo>
                    <a:pt x="252200" y="2507"/>
                    <a:pt x="270265" y="1501"/>
                    <a:pt x="288283" y="0"/>
                  </a:cubicBezTo>
                  <a:lnTo>
                    <a:pt x="369363" y="4504"/>
                  </a:lnTo>
                  <a:cubicBezTo>
                    <a:pt x="402389" y="6155"/>
                    <a:pt x="436531" y="413"/>
                    <a:pt x="468461" y="9009"/>
                  </a:cubicBezTo>
                  <a:cubicBezTo>
                    <a:pt x="484869" y="13427"/>
                    <a:pt x="484914" y="37411"/>
                    <a:pt x="490983" y="49548"/>
                  </a:cubicBezTo>
                  <a:cubicBezTo>
                    <a:pt x="493404" y="54390"/>
                    <a:pt x="496989" y="58557"/>
                    <a:pt x="499992" y="63062"/>
                  </a:cubicBezTo>
                  <a:cubicBezTo>
                    <a:pt x="523231" y="132777"/>
                    <a:pt x="496597" y="60777"/>
                    <a:pt x="518009" y="103602"/>
                  </a:cubicBezTo>
                  <a:cubicBezTo>
                    <a:pt x="522351" y="112287"/>
                    <a:pt x="524127" y="126461"/>
                    <a:pt x="527018" y="135133"/>
                  </a:cubicBezTo>
                  <a:cubicBezTo>
                    <a:pt x="529575" y="142804"/>
                    <a:pt x="533703" y="149910"/>
                    <a:pt x="536027" y="157655"/>
                  </a:cubicBezTo>
                  <a:cubicBezTo>
                    <a:pt x="538227" y="164988"/>
                    <a:pt x="538675" y="172750"/>
                    <a:pt x="540532" y="180177"/>
                  </a:cubicBezTo>
                  <a:cubicBezTo>
                    <a:pt x="541684" y="184783"/>
                    <a:pt x="543968" y="189064"/>
                    <a:pt x="545036" y="193690"/>
                  </a:cubicBezTo>
                  <a:cubicBezTo>
                    <a:pt x="548479" y="208610"/>
                    <a:pt x="550331" y="223880"/>
                    <a:pt x="554045" y="238735"/>
                  </a:cubicBezTo>
                  <a:cubicBezTo>
                    <a:pt x="555546" y="244741"/>
                    <a:pt x="557206" y="250709"/>
                    <a:pt x="558549" y="256752"/>
                  </a:cubicBezTo>
                  <a:cubicBezTo>
                    <a:pt x="560210" y="264226"/>
                    <a:pt x="561393" y="271801"/>
                    <a:pt x="563054" y="279275"/>
                  </a:cubicBezTo>
                  <a:cubicBezTo>
                    <a:pt x="566826" y="296247"/>
                    <a:pt x="567045" y="295754"/>
                    <a:pt x="572063" y="310806"/>
                  </a:cubicBezTo>
                  <a:cubicBezTo>
                    <a:pt x="575326" y="330384"/>
                    <a:pt x="576871" y="341451"/>
                    <a:pt x="581072" y="360354"/>
                  </a:cubicBezTo>
                  <a:cubicBezTo>
                    <a:pt x="582415" y="366397"/>
                    <a:pt x="584233" y="372329"/>
                    <a:pt x="585576" y="378372"/>
                  </a:cubicBezTo>
                  <a:cubicBezTo>
                    <a:pt x="587237" y="385846"/>
                    <a:pt x="588066" y="393508"/>
                    <a:pt x="590080" y="400894"/>
                  </a:cubicBezTo>
                  <a:cubicBezTo>
                    <a:pt x="592579" y="410056"/>
                    <a:pt x="599089" y="427921"/>
                    <a:pt x="599089" y="427921"/>
                  </a:cubicBezTo>
                  <a:cubicBezTo>
                    <a:pt x="604269" y="474532"/>
                    <a:pt x="607125" y="477954"/>
                    <a:pt x="599089" y="531523"/>
                  </a:cubicBezTo>
                  <a:cubicBezTo>
                    <a:pt x="597680" y="540914"/>
                    <a:pt x="591942" y="549237"/>
                    <a:pt x="590080" y="558549"/>
                  </a:cubicBezTo>
                  <a:cubicBezTo>
                    <a:pt x="587077" y="573564"/>
                    <a:pt x="584786" y="588739"/>
                    <a:pt x="581072" y="603594"/>
                  </a:cubicBezTo>
                  <a:cubicBezTo>
                    <a:pt x="579570" y="609600"/>
                    <a:pt x="578268" y="615659"/>
                    <a:pt x="576567" y="621611"/>
                  </a:cubicBezTo>
                  <a:cubicBezTo>
                    <a:pt x="575263" y="626177"/>
                    <a:pt x="573093" y="630490"/>
                    <a:pt x="572063" y="635125"/>
                  </a:cubicBezTo>
                  <a:cubicBezTo>
                    <a:pt x="570082" y="644040"/>
                    <a:pt x="568947" y="653124"/>
                    <a:pt x="567558" y="662151"/>
                  </a:cubicBezTo>
                  <a:cubicBezTo>
                    <a:pt x="565944" y="672645"/>
                    <a:pt x="564295" y="683138"/>
                    <a:pt x="563054" y="693682"/>
                  </a:cubicBezTo>
                  <a:cubicBezTo>
                    <a:pt x="558808" y="729775"/>
                    <a:pt x="565961" y="740324"/>
                    <a:pt x="540532" y="765753"/>
                  </a:cubicBezTo>
                  <a:lnTo>
                    <a:pt x="513505" y="792780"/>
                  </a:lnTo>
                  <a:cubicBezTo>
                    <a:pt x="509001" y="797284"/>
                    <a:pt x="505690" y="803444"/>
                    <a:pt x="499992" y="806293"/>
                  </a:cubicBezTo>
                  <a:cubicBezTo>
                    <a:pt x="493986" y="809296"/>
                    <a:pt x="487804" y="811970"/>
                    <a:pt x="481974" y="815302"/>
                  </a:cubicBezTo>
                  <a:cubicBezTo>
                    <a:pt x="471022" y="821560"/>
                    <a:pt x="467885" y="827322"/>
                    <a:pt x="454947" y="828815"/>
                  </a:cubicBezTo>
                  <a:cubicBezTo>
                    <a:pt x="420511" y="832788"/>
                    <a:pt x="351345" y="837824"/>
                    <a:pt x="351345" y="837824"/>
                  </a:cubicBezTo>
                  <a:lnTo>
                    <a:pt x="225221" y="824311"/>
                  </a:lnTo>
                  <a:cubicBezTo>
                    <a:pt x="203974" y="820770"/>
                    <a:pt x="198998" y="820680"/>
                    <a:pt x="180177" y="815302"/>
                  </a:cubicBezTo>
                  <a:cubicBezTo>
                    <a:pt x="175612" y="813998"/>
                    <a:pt x="170735" y="813241"/>
                    <a:pt x="166664" y="810798"/>
                  </a:cubicBezTo>
                  <a:cubicBezTo>
                    <a:pt x="163022" y="808613"/>
                    <a:pt x="159156" y="784522"/>
                    <a:pt x="157655" y="779267"/>
                  </a:cubicBezTo>
                  <a:close/>
                </a:path>
              </a:pathLst>
            </a:custGeom>
            <a:noFill/>
            <a:ln w="3492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ES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736C5A34-942A-30DF-884C-37B473D10E79}"/>
                </a:ext>
              </a:extLst>
            </p:cNvPr>
            <p:cNvSpPr txBox="1"/>
            <p:nvPr/>
          </p:nvSpPr>
          <p:spPr>
            <a:xfrm>
              <a:off x="9180218" y="5950423"/>
              <a:ext cx="60785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ES"/>
              </a:defPPr>
              <a:lvl1pPr>
                <a:defRPr sz="1200" b="1">
                  <a:solidFill>
                    <a:srgbClr val="C00000"/>
                  </a:solidFill>
                  <a:effectLst>
                    <a:glow rad="178202">
                      <a:schemeClr val="bg1">
                        <a:alpha val="40000"/>
                      </a:schemeClr>
                    </a:glow>
                  </a:effectLst>
                  <a:latin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r>
                <a:rPr lang="en-ES" sz="1100" dirty="0"/>
                <a:t>Familia</a:t>
              </a:r>
            </a:p>
          </p:txBody>
        </p:sp>
      </p:grpSp>
      <p:grpSp>
        <p:nvGrpSpPr>
          <p:cNvPr id="245" name="Group 244">
            <a:extLst>
              <a:ext uri="{FF2B5EF4-FFF2-40B4-BE49-F238E27FC236}">
                <a16:creationId xmlns:a16="http://schemas.microsoft.com/office/drawing/2014/main" id="{521F4F21-E1DA-F964-80AC-24CE83BB260E}"/>
              </a:ext>
            </a:extLst>
          </p:cNvPr>
          <p:cNvGrpSpPr/>
          <p:nvPr/>
        </p:nvGrpSpPr>
        <p:grpSpPr>
          <a:xfrm>
            <a:off x="8112485" y="4238406"/>
            <a:ext cx="3671113" cy="2026995"/>
            <a:chOff x="8112485" y="4238406"/>
            <a:chExt cx="3671113" cy="2026995"/>
          </a:xfrm>
        </p:grpSpPr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639F83E5-77EE-135E-4B25-34582849B905}"/>
                </a:ext>
              </a:extLst>
            </p:cNvPr>
            <p:cNvSpPr/>
            <p:nvPr/>
          </p:nvSpPr>
          <p:spPr>
            <a:xfrm>
              <a:off x="8112485" y="4238406"/>
              <a:ext cx="3671113" cy="2026995"/>
            </a:xfrm>
            <a:custGeom>
              <a:avLst/>
              <a:gdLst>
                <a:gd name="connsiteX0" fmla="*/ 0 w 3671113"/>
                <a:gd name="connsiteY0" fmla="*/ 0 h 2026995"/>
                <a:gd name="connsiteX1" fmla="*/ 0 w 3671113"/>
                <a:gd name="connsiteY1" fmla="*/ 0 h 2026995"/>
                <a:gd name="connsiteX2" fmla="*/ 121619 w 3671113"/>
                <a:gd name="connsiteY2" fmla="*/ 36035 h 2026995"/>
                <a:gd name="connsiteX3" fmla="*/ 171168 w 3671113"/>
                <a:gd name="connsiteY3" fmla="*/ 40539 h 2026995"/>
                <a:gd name="connsiteX4" fmla="*/ 193690 w 3671113"/>
                <a:gd name="connsiteY4" fmla="*/ 45044 h 2026995"/>
                <a:gd name="connsiteX5" fmla="*/ 207204 w 3671113"/>
                <a:gd name="connsiteY5" fmla="*/ 49548 h 2026995"/>
                <a:gd name="connsiteX6" fmla="*/ 229726 w 3671113"/>
                <a:gd name="connsiteY6" fmla="*/ 54053 h 2026995"/>
                <a:gd name="connsiteX7" fmla="*/ 243239 w 3671113"/>
                <a:gd name="connsiteY7" fmla="*/ 58557 h 2026995"/>
                <a:gd name="connsiteX8" fmla="*/ 279275 w 3671113"/>
                <a:gd name="connsiteY8" fmla="*/ 67566 h 2026995"/>
                <a:gd name="connsiteX9" fmla="*/ 292788 w 3671113"/>
                <a:gd name="connsiteY9" fmla="*/ 72070 h 2026995"/>
                <a:gd name="connsiteX10" fmla="*/ 337832 w 3671113"/>
                <a:gd name="connsiteY10" fmla="*/ 85584 h 2026995"/>
                <a:gd name="connsiteX11" fmla="*/ 351346 w 3671113"/>
                <a:gd name="connsiteY11" fmla="*/ 90088 h 2026995"/>
                <a:gd name="connsiteX12" fmla="*/ 364859 w 3671113"/>
                <a:gd name="connsiteY12" fmla="*/ 94593 h 2026995"/>
                <a:gd name="connsiteX13" fmla="*/ 391885 w 3671113"/>
                <a:gd name="connsiteY13" fmla="*/ 90088 h 2026995"/>
                <a:gd name="connsiteX14" fmla="*/ 418912 w 3671113"/>
                <a:gd name="connsiteY14" fmla="*/ 72070 h 2026995"/>
                <a:gd name="connsiteX15" fmla="*/ 486479 w 3671113"/>
                <a:gd name="connsiteY15" fmla="*/ 63062 h 2026995"/>
                <a:gd name="connsiteX16" fmla="*/ 499992 w 3671113"/>
                <a:gd name="connsiteY16" fmla="*/ 72070 h 2026995"/>
                <a:gd name="connsiteX17" fmla="*/ 513505 w 3671113"/>
                <a:gd name="connsiteY17" fmla="*/ 76575 h 2026995"/>
                <a:gd name="connsiteX18" fmla="*/ 540532 w 3671113"/>
                <a:gd name="connsiteY18" fmla="*/ 94593 h 2026995"/>
                <a:gd name="connsiteX19" fmla="*/ 554045 w 3671113"/>
                <a:gd name="connsiteY19" fmla="*/ 103602 h 2026995"/>
                <a:gd name="connsiteX20" fmla="*/ 567558 w 3671113"/>
                <a:gd name="connsiteY20" fmla="*/ 117115 h 2026995"/>
                <a:gd name="connsiteX21" fmla="*/ 599089 w 3671113"/>
                <a:gd name="connsiteY21" fmla="*/ 157655 h 2026995"/>
                <a:gd name="connsiteX22" fmla="*/ 621612 w 3671113"/>
                <a:gd name="connsiteY22" fmla="*/ 184681 h 2026995"/>
                <a:gd name="connsiteX23" fmla="*/ 630620 w 3671113"/>
                <a:gd name="connsiteY23" fmla="*/ 198195 h 2026995"/>
                <a:gd name="connsiteX24" fmla="*/ 662151 w 3671113"/>
                <a:gd name="connsiteY24" fmla="*/ 220717 h 2026995"/>
                <a:gd name="connsiteX25" fmla="*/ 671160 w 3671113"/>
                <a:gd name="connsiteY25" fmla="*/ 234230 h 2026995"/>
                <a:gd name="connsiteX26" fmla="*/ 698187 w 3671113"/>
                <a:gd name="connsiteY26" fmla="*/ 252248 h 2026995"/>
                <a:gd name="connsiteX27" fmla="*/ 716205 w 3671113"/>
                <a:gd name="connsiteY27" fmla="*/ 265761 h 2026995"/>
                <a:gd name="connsiteX28" fmla="*/ 743231 w 3671113"/>
                <a:gd name="connsiteY28" fmla="*/ 288283 h 2026995"/>
                <a:gd name="connsiteX29" fmla="*/ 765753 w 3671113"/>
                <a:gd name="connsiteY29" fmla="*/ 256752 h 2026995"/>
                <a:gd name="connsiteX30" fmla="*/ 774762 w 3671113"/>
                <a:gd name="connsiteY30" fmla="*/ 238735 h 2026995"/>
                <a:gd name="connsiteX31" fmla="*/ 783771 w 3671113"/>
                <a:gd name="connsiteY31" fmla="*/ 211708 h 2026995"/>
                <a:gd name="connsiteX32" fmla="*/ 815302 w 3671113"/>
                <a:gd name="connsiteY32" fmla="*/ 184681 h 2026995"/>
                <a:gd name="connsiteX33" fmla="*/ 833320 w 3671113"/>
                <a:gd name="connsiteY33" fmla="*/ 180177 h 2026995"/>
                <a:gd name="connsiteX34" fmla="*/ 860347 w 3671113"/>
                <a:gd name="connsiteY34" fmla="*/ 189186 h 2026995"/>
                <a:gd name="connsiteX35" fmla="*/ 905391 w 3671113"/>
                <a:gd name="connsiteY35" fmla="*/ 225221 h 2026995"/>
                <a:gd name="connsiteX36" fmla="*/ 923409 w 3671113"/>
                <a:gd name="connsiteY36" fmla="*/ 256752 h 2026995"/>
                <a:gd name="connsiteX37" fmla="*/ 927913 w 3671113"/>
                <a:gd name="connsiteY37" fmla="*/ 270266 h 2026995"/>
                <a:gd name="connsiteX38" fmla="*/ 936922 w 3671113"/>
                <a:gd name="connsiteY38" fmla="*/ 288283 h 2026995"/>
                <a:gd name="connsiteX39" fmla="*/ 950435 w 3671113"/>
                <a:gd name="connsiteY39" fmla="*/ 337832 h 2026995"/>
                <a:gd name="connsiteX40" fmla="*/ 954940 w 3671113"/>
                <a:gd name="connsiteY40" fmla="*/ 351345 h 2026995"/>
                <a:gd name="connsiteX41" fmla="*/ 968453 w 3671113"/>
                <a:gd name="connsiteY41" fmla="*/ 355850 h 2026995"/>
                <a:gd name="connsiteX42" fmla="*/ 1045028 w 3671113"/>
                <a:gd name="connsiteY42" fmla="*/ 369363 h 2026995"/>
                <a:gd name="connsiteX43" fmla="*/ 1135117 w 3671113"/>
                <a:gd name="connsiteY43" fmla="*/ 373868 h 2026995"/>
                <a:gd name="connsiteX44" fmla="*/ 1211692 w 3671113"/>
                <a:gd name="connsiteY44" fmla="*/ 382876 h 2026995"/>
                <a:gd name="connsiteX45" fmla="*/ 1238719 w 3671113"/>
                <a:gd name="connsiteY45" fmla="*/ 391885 h 2026995"/>
                <a:gd name="connsiteX46" fmla="*/ 1256737 w 3671113"/>
                <a:gd name="connsiteY46" fmla="*/ 396390 h 2026995"/>
                <a:gd name="connsiteX47" fmla="*/ 1274754 w 3671113"/>
                <a:gd name="connsiteY47" fmla="*/ 405399 h 2026995"/>
                <a:gd name="connsiteX48" fmla="*/ 1288268 w 3671113"/>
                <a:gd name="connsiteY48" fmla="*/ 409903 h 2026995"/>
                <a:gd name="connsiteX49" fmla="*/ 1324303 w 3671113"/>
                <a:gd name="connsiteY49" fmla="*/ 436930 h 2026995"/>
                <a:gd name="connsiteX50" fmla="*/ 1342321 w 3671113"/>
                <a:gd name="connsiteY50" fmla="*/ 441434 h 2026995"/>
                <a:gd name="connsiteX51" fmla="*/ 1369348 w 3671113"/>
                <a:gd name="connsiteY51" fmla="*/ 450443 h 2026995"/>
                <a:gd name="connsiteX52" fmla="*/ 1427905 w 3671113"/>
                <a:gd name="connsiteY52" fmla="*/ 459452 h 2026995"/>
                <a:gd name="connsiteX53" fmla="*/ 1666640 w 3671113"/>
                <a:gd name="connsiteY53" fmla="*/ 472965 h 2026995"/>
                <a:gd name="connsiteX54" fmla="*/ 1909880 w 3671113"/>
                <a:gd name="connsiteY54" fmla="*/ 459452 h 2026995"/>
                <a:gd name="connsiteX55" fmla="*/ 1923393 w 3671113"/>
                <a:gd name="connsiteY55" fmla="*/ 373868 h 2026995"/>
                <a:gd name="connsiteX56" fmla="*/ 1927897 w 3671113"/>
                <a:gd name="connsiteY56" fmla="*/ 324319 h 2026995"/>
                <a:gd name="connsiteX57" fmla="*/ 1932402 w 3671113"/>
                <a:gd name="connsiteY57" fmla="*/ 310805 h 2026995"/>
                <a:gd name="connsiteX58" fmla="*/ 1936906 w 3671113"/>
                <a:gd name="connsiteY58" fmla="*/ 292788 h 2026995"/>
                <a:gd name="connsiteX59" fmla="*/ 1945915 w 3671113"/>
                <a:gd name="connsiteY59" fmla="*/ 265761 h 2026995"/>
                <a:gd name="connsiteX60" fmla="*/ 1963933 w 3671113"/>
                <a:gd name="connsiteY60" fmla="*/ 234230 h 2026995"/>
                <a:gd name="connsiteX61" fmla="*/ 1981950 w 3671113"/>
                <a:gd name="connsiteY61" fmla="*/ 229726 h 2026995"/>
                <a:gd name="connsiteX62" fmla="*/ 1999968 w 3671113"/>
                <a:gd name="connsiteY62" fmla="*/ 234230 h 2026995"/>
                <a:gd name="connsiteX63" fmla="*/ 2026995 w 3671113"/>
                <a:gd name="connsiteY63" fmla="*/ 243239 h 2026995"/>
                <a:gd name="connsiteX64" fmla="*/ 2040508 w 3671113"/>
                <a:gd name="connsiteY64" fmla="*/ 252248 h 2026995"/>
                <a:gd name="connsiteX65" fmla="*/ 2067535 w 3671113"/>
                <a:gd name="connsiteY65" fmla="*/ 288283 h 2026995"/>
                <a:gd name="connsiteX66" fmla="*/ 2081048 w 3671113"/>
                <a:gd name="connsiteY66" fmla="*/ 319814 h 2026995"/>
                <a:gd name="connsiteX67" fmla="*/ 2099066 w 3671113"/>
                <a:gd name="connsiteY67" fmla="*/ 346841 h 2026995"/>
                <a:gd name="connsiteX68" fmla="*/ 2108075 w 3671113"/>
                <a:gd name="connsiteY68" fmla="*/ 360354 h 2026995"/>
                <a:gd name="connsiteX69" fmla="*/ 2117083 w 3671113"/>
                <a:gd name="connsiteY69" fmla="*/ 378372 h 2026995"/>
                <a:gd name="connsiteX70" fmla="*/ 2148615 w 3671113"/>
                <a:gd name="connsiteY70" fmla="*/ 418912 h 2026995"/>
                <a:gd name="connsiteX71" fmla="*/ 2162128 w 3671113"/>
                <a:gd name="connsiteY71" fmla="*/ 427921 h 2026995"/>
                <a:gd name="connsiteX72" fmla="*/ 2207172 w 3671113"/>
                <a:gd name="connsiteY72" fmla="*/ 441434 h 2026995"/>
                <a:gd name="connsiteX73" fmla="*/ 2274739 w 3671113"/>
                <a:gd name="connsiteY73" fmla="*/ 432425 h 2026995"/>
                <a:gd name="connsiteX74" fmla="*/ 2306270 w 3671113"/>
                <a:gd name="connsiteY74" fmla="*/ 423416 h 2026995"/>
                <a:gd name="connsiteX75" fmla="*/ 2328792 w 3671113"/>
                <a:gd name="connsiteY75" fmla="*/ 418912 h 2026995"/>
                <a:gd name="connsiteX76" fmla="*/ 2378341 w 3671113"/>
                <a:gd name="connsiteY76" fmla="*/ 409903 h 2026995"/>
                <a:gd name="connsiteX77" fmla="*/ 2414376 w 3671113"/>
                <a:gd name="connsiteY77" fmla="*/ 400894 h 2026995"/>
                <a:gd name="connsiteX78" fmla="*/ 2490951 w 3671113"/>
                <a:gd name="connsiteY78" fmla="*/ 391885 h 2026995"/>
                <a:gd name="connsiteX79" fmla="*/ 2599058 w 3671113"/>
                <a:gd name="connsiteY79" fmla="*/ 396390 h 2026995"/>
                <a:gd name="connsiteX80" fmla="*/ 2662120 w 3671113"/>
                <a:gd name="connsiteY80" fmla="*/ 400894 h 2026995"/>
                <a:gd name="connsiteX81" fmla="*/ 2711669 w 3671113"/>
                <a:gd name="connsiteY81" fmla="*/ 396390 h 2026995"/>
                <a:gd name="connsiteX82" fmla="*/ 2770226 w 3671113"/>
                <a:gd name="connsiteY82" fmla="*/ 387381 h 2026995"/>
                <a:gd name="connsiteX83" fmla="*/ 2801757 w 3671113"/>
                <a:gd name="connsiteY83" fmla="*/ 382876 h 2026995"/>
                <a:gd name="connsiteX84" fmla="*/ 2842297 w 3671113"/>
                <a:gd name="connsiteY84" fmla="*/ 360354 h 2026995"/>
                <a:gd name="connsiteX85" fmla="*/ 2855811 w 3671113"/>
                <a:gd name="connsiteY85" fmla="*/ 351345 h 2026995"/>
                <a:gd name="connsiteX86" fmla="*/ 2869324 w 3671113"/>
                <a:gd name="connsiteY86" fmla="*/ 342337 h 2026995"/>
                <a:gd name="connsiteX87" fmla="*/ 2882837 w 3671113"/>
                <a:gd name="connsiteY87" fmla="*/ 328823 h 2026995"/>
                <a:gd name="connsiteX88" fmla="*/ 2905359 w 3671113"/>
                <a:gd name="connsiteY88" fmla="*/ 324319 h 2026995"/>
                <a:gd name="connsiteX89" fmla="*/ 3008961 w 3671113"/>
                <a:gd name="connsiteY89" fmla="*/ 288283 h 2026995"/>
                <a:gd name="connsiteX90" fmla="*/ 3044997 w 3671113"/>
                <a:gd name="connsiteY90" fmla="*/ 274770 h 2026995"/>
                <a:gd name="connsiteX91" fmla="*/ 3067519 w 3671113"/>
                <a:gd name="connsiteY91" fmla="*/ 270266 h 2026995"/>
                <a:gd name="connsiteX92" fmla="*/ 3099050 w 3671113"/>
                <a:gd name="connsiteY92" fmla="*/ 256752 h 2026995"/>
                <a:gd name="connsiteX93" fmla="*/ 3130581 w 3671113"/>
                <a:gd name="connsiteY93" fmla="*/ 247743 h 2026995"/>
                <a:gd name="connsiteX94" fmla="*/ 3171121 w 3671113"/>
                <a:gd name="connsiteY94" fmla="*/ 234230 h 2026995"/>
                <a:gd name="connsiteX95" fmla="*/ 3211661 w 3671113"/>
                <a:gd name="connsiteY95" fmla="*/ 202699 h 2026995"/>
                <a:gd name="connsiteX96" fmla="*/ 3229679 w 3671113"/>
                <a:gd name="connsiteY96" fmla="*/ 171168 h 2026995"/>
                <a:gd name="connsiteX97" fmla="*/ 3247696 w 3671113"/>
                <a:gd name="connsiteY97" fmla="*/ 144141 h 2026995"/>
                <a:gd name="connsiteX98" fmla="*/ 3252201 w 3671113"/>
                <a:gd name="connsiteY98" fmla="*/ 126124 h 2026995"/>
                <a:gd name="connsiteX99" fmla="*/ 3283732 w 3671113"/>
                <a:gd name="connsiteY99" fmla="*/ 90088 h 2026995"/>
                <a:gd name="connsiteX100" fmla="*/ 3292741 w 3671113"/>
                <a:gd name="connsiteY100" fmla="*/ 76575 h 2026995"/>
                <a:gd name="connsiteX101" fmla="*/ 3306254 w 3671113"/>
                <a:gd name="connsiteY101" fmla="*/ 67566 h 2026995"/>
                <a:gd name="connsiteX102" fmla="*/ 3346794 w 3671113"/>
                <a:gd name="connsiteY102" fmla="*/ 45044 h 2026995"/>
                <a:gd name="connsiteX103" fmla="*/ 3360307 w 3671113"/>
                <a:gd name="connsiteY103" fmla="*/ 40539 h 2026995"/>
                <a:gd name="connsiteX104" fmla="*/ 3490936 w 3671113"/>
                <a:gd name="connsiteY104" fmla="*/ 49548 h 2026995"/>
                <a:gd name="connsiteX105" fmla="*/ 3522467 w 3671113"/>
                <a:gd name="connsiteY105" fmla="*/ 58557 h 2026995"/>
                <a:gd name="connsiteX106" fmla="*/ 3535980 w 3671113"/>
                <a:gd name="connsiteY106" fmla="*/ 67566 h 2026995"/>
                <a:gd name="connsiteX107" fmla="*/ 3567511 w 3671113"/>
                <a:gd name="connsiteY107" fmla="*/ 85584 h 2026995"/>
                <a:gd name="connsiteX108" fmla="*/ 3590033 w 3671113"/>
                <a:gd name="connsiteY108" fmla="*/ 117115 h 2026995"/>
                <a:gd name="connsiteX109" fmla="*/ 3612555 w 3671113"/>
                <a:gd name="connsiteY109" fmla="*/ 144141 h 2026995"/>
                <a:gd name="connsiteX110" fmla="*/ 3626069 w 3671113"/>
                <a:gd name="connsiteY110" fmla="*/ 175672 h 2026995"/>
                <a:gd name="connsiteX111" fmla="*/ 3648591 w 3671113"/>
                <a:gd name="connsiteY111" fmla="*/ 216212 h 2026995"/>
                <a:gd name="connsiteX112" fmla="*/ 3657600 w 3671113"/>
                <a:gd name="connsiteY112" fmla="*/ 243239 h 2026995"/>
                <a:gd name="connsiteX113" fmla="*/ 3671113 w 3671113"/>
                <a:gd name="connsiteY113" fmla="*/ 306301 h 2026995"/>
                <a:gd name="connsiteX114" fmla="*/ 3666609 w 3671113"/>
                <a:gd name="connsiteY114" fmla="*/ 635125 h 2026995"/>
                <a:gd name="connsiteX115" fmla="*/ 3671113 w 3671113"/>
                <a:gd name="connsiteY115" fmla="*/ 941426 h 2026995"/>
                <a:gd name="connsiteX116" fmla="*/ 3666609 w 3671113"/>
                <a:gd name="connsiteY116" fmla="*/ 1175657 h 2026995"/>
                <a:gd name="connsiteX117" fmla="*/ 3662104 w 3671113"/>
                <a:gd name="connsiteY117" fmla="*/ 1243223 h 2026995"/>
                <a:gd name="connsiteX118" fmla="*/ 3657600 w 3671113"/>
                <a:gd name="connsiteY118" fmla="*/ 1333312 h 2026995"/>
                <a:gd name="connsiteX119" fmla="*/ 3653095 w 3671113"/>
                <a:gd name="connsiteY119" fmla="*/ 1355834 h 2026995"/>
                <a:gd name="connsiteX120" fmla="*/ 3639582 w 3671113"/>
                <a:gd name="connsiteY120" fmla="*/ 1445923 h 2026995"/>
                <a:gd name="connsiteX121" fmla="*/ 3621564 w 3671113"/>
                <a:gd name="connsiteY121" fmla="*/ 1517994 h 2026995"/>
                <a:gd name="connsiteX122" fmla="*/ 3617060 w 3671113"/>
                <a:gd name="connsiteY122" fmla="*/ 1531507 h 2026995"/>
                <a:gd name="connsiteX123" fmla="*/ 3594538 w 3671113"/>
                <a:gd name="connsiteY123" fmla="*/ 1558534 h 2026995"/>
                <a:gd name="connsiteX124" fmla="*/ 3558502 w 3671113"/>
                <a:gd name="connsiteY124" fmla="*/ 1599073 h 2026995"/>
                <a:gd name="connsiteX125" fmla="*/ 3535980 w 3671113"/>
                <a:gd name="connsiteY125" fmla="*/ 1617091 h 2026995"/>
                <a:gd name="connsiteX126" fmla="*/ 3522467 w 3671113"/>
                <a:gd name="connsiteY126" fmla="*/ 1630604 h 2026995"/>
                <a:gd name="connsiteX127" fmla="*/ 3504449 w 3671113"/>
                <a:gd name="connsiteY127" fmla="*/ 1639613 h 2026995"/>
                <a:gd name="connsiteX128" fmla="*/ 3486431 w 3671113"/>
                <a:gd name="connsiteY128" fmla="*/ 1657631 h 2026995"/>
                <a:gd name="connsiteX129" fmla="*/ 3472918 w 3671113"/>
                <a:gd name="connsiteY129" fmla="*/ 1666640 h 2026995"/>
                <a:gd name="connsiteX130" fmla="*/ 3436882 w 3671113"/>
                <a:gd name="connsiteY130" fmla="*/ 1689162 h 2026995"/>
                <a:gd name="connsiteX131" fmla="*/ 3409856 w 3671113"/>
                <a:gd name="connsiteY131" fmla="*/ 1707180 h 2026995"/>
                <a:gd name="connsiteX132" fmla="*/ 3373820 w 3671113"/>
                <a:gd name="connsiteY132" fmla="*/ 1720693 h 2026995"/>
                <a:gd name="connsiteX133" fmla="*/ 3355803 w 3671113"/>
                <a:gd name="connsiteY133" fmla="*/ 1729702 h 2026995"/>
                <a:gd name="connsiteX134" fmla="*/ 3328776 w 3671113"/>
                <a:gd name="connsiteY134" fmla="*/ 1738711 h 2026995"/>
                <a:gd name="connsiteX135" fmla="*/ 3292741 w 3671113"/>
                <a:gd name="connsiteY135" fmla="*/ 1752224 h 2026995"/>
                <a:gd name="connsiteX136" fmla="*/ 3211661 w 3671113"/>
                <a:gd name="connsiteY136" fmla="*/ 1779251 h 2026995"/>
                <a:gd name="connsiteX137" fmla="*/ 3157608 w 3671113"/>
                <a:gd name="connsiteY137" fmla="*/ 1801773 h 2026995"/>
                <a:gd name="connsiteX138" fmla="*/ 3126077 w 3671113"/>
                <a:gd name="connsiteY138" fmla="*/ 1810782 h 2026995"/>
                <a:gd name="connsiteX139" fmla="*/ 3094546 w 3671113"/>
                <a:gd name="connsiteY139" fmla="*/ 1824295 h 2026995"/>
                <a:gd name="connsiteX140" fmla="*/ 3063015 w 3671113"/>
                <a:gd name="connsiteY140" fmla="*/ 1833304 h 2026995"/>
                <a:gd name="connsiteX141" fmla="*/ 3035988 w 3671113"/>
                <a:gd name="connsiteY141" fmla="*/ 1842313 h 2026995"/>
                <a:gd name="connsiteX142" fmla="*/ 2999952 w 3671113"/>
                <a:gd name="connsiteY142" fmla="*/ 1851322 h 2026995"/>
                <a:gd name="connsiteX143" fmla="*/ 2945899 w 3671113"/>
                <a:gd name="connsiteY143" fmla="*/ 1864835 h 2026995"/>
                <a:gd name="connsiteX144" fmla="*/ 2932386 w 3671113"/>
                <a:gd name="connsiteY144" fmla="*/ 1869339 h 2026995"/>
                <a:gd name="connsiteX145" fmla="*/ 2900855 w 3671113"/>
                <a:gd name="connsiteY145" fmla="*/ 1873844 h 2026995"/>
                <a:gd name="connsiteX146" fmla="*/ 2873828 w 3671113"/>
                <a:gd name="connsiteY146" fmla="*/ 1878348 h 2026995"/>
                <a:gd name="connsiteX147" fmla="*/ 2860315 w 3671113"/>
                <a:gd name="connsiteY147" fmla="*/ 1882853 h 2026995"/>
                <a:gd name="connsiteX148" fmla="*/ 2837793 w 3671113"/>
                <a:gd name="connsiteY148" fmla="*/ 1887357 h 2026995"/>
                <a:gd name="connsiteX149" fmla="*/ 2815271 w 3671113"/>
                <a:gd name="connsiteY149" fmla="*/ 1896366 h 2026995"/>
                <a:gd name="connsiteX150" fmla="*/ 2774731 w 3671113"/>
                <a:gd name="connsiteY150" fmla="*/ 1905375 h 2026995"/>
                <a:gd name="connsiteX151" fmla="*/ 2747704 w 3671113"/>
                <a:gd name="connsiteY151" fmla="*/ 1914384 h 2026995"/>
                <a:gd name="connsiteX152" fmla="*/ 2707164 w 3671113"/>
                <a:gd name="connsiteY152" fmla="*/ 1927897 h 2026995"/>
                <a:gd name="connsiteX153" fmla="*/ 2680138 w 3671113"/>
                <a:gd name="connsiteY153" fmla="*/ 1936906 h 2026995"/>
                <a:gd name="connsiteX154" fmla="*/ 2657615 w 3671113"/>
                <a:gd name="connsiteY154" fmla="*/ 1941410 h 2026995"/>
                <a:gd name="connsiteX155" fmla="*/ 2621580 w 3671113"/>
                <a:gd name="connsiteY155" fmla="*/ 1954924 h 2026995"/>
                <a:gd name="connsiteX156" fmla="*/ 2608067 w 3671113"/>
                <a:gd name="connsiteY156" fmla="*/ 1959428 h 2026995"/>
                <a:gd name="connsiteX157" fmla="*/ 2567527 w 3671113"/>
                <a:gd name="connsiteY157" fmla="*/ 1968437 h 2026995"/>
                <a:gd name="connsiteX158" fmla="*/ 2522482 w 3671113"/>
                <a:gd name="connsiteY158" fmla="*/ 1972941 h 2026995"/>
                <a:gd name="connsiteX159" fmla="*/ 2477438 w 3671113"/>
                <a:gd name="connsiteY159" fmla="*/ 1981950 h 2026995"/>
                <a:gd name="connsiteX160" fmla="*/ 2441403 w 3671113"/>
                <a:gd name="connsiteY160" fmla="*/ 1986455 h 2026995"/>
                <a:gd name="connsiteX161" fmla="*/ 2234199 w 3671113"/>
                <a:gd name="connsiteY161" fmla="*/ 1995464 h 2026995"/>
                <a:gd name="connsiteX162" fmla="*/ 2171137 w 3671113"/>
                <a:gd name="connsiteY162" fmla="*/ 2004472 h 2026995"/>
                <a:gd name="connsiteX163" fmla="*/ 2090057 w 3671113"/>
                <a:gd name="connsiteY163" fmla="*/ 2013481 h 2026995"/>
                <a:gd name="connsiteX164" fmla="*/ 2067535 w 3671113"/>
                <a:gd name="connsiteY164" fmla="*/ 2017986 h 2026995"/>
                <a:gd name="connsiteX165" fmla="*/ 2004473 w 3671113"/>
                <a:gd name="connsiteY165" fmla="*/ 2026995 h 2026995"/>
                <a:gd name="connsiteX166" fmla="*/ 1860331 w 3671113"/>
                <a:gd name="connsiteY166" fmla="*/ 2026995 h 2026995"/>
                <a:gd name="connsiteX167" fmla="*/ 1846817 w 3671113"/>
                <a:gd name="connsiteY167" fmla="*/ 2022490 h 2026995"/>
                <a:gd name="connsiteX168" fmla="*/ 1765738 w 3671113"/>
                <a:gd name="connsiteY168" fmla="*/ 2013481 h 2026995"/>
                <a:gd name="connsiteX169" fmla="*/ 1729702 w 3671113"/>
                <a:gd name="connsiteY169" fmla="*/ 2008977 h 2026995"/>
                <a:gd name="connsiteX170" fmla="*/ 1283763 w 3671113"/>
                <a:gd name="connsiteY170" fmla="*/ 2008977 h 2026995"/>
                <a:gd name="connsiteX171" fmla="*/ 1252232 w 3671113"/>
                <a:gd name="connsiteY171" fmla="*/ 2004472 h 2026995"/>
                <a:gd name="connsiteX172" fmla="*/ 1040524 w 3671113"/>
                <a:gd name="connsiteY172" fmla="*/ 1995464 h 2026995"/>
                <a:gd name="connsiteX173" fmla="*/ 990975 w 3671113"/>
                <a:gd name="connsiteY173" fmla="*/ 1990959 h 2026995"/>
                <a:gd name="connsiteX174" fmla="*/ 954940 w 3671113"/>
                <a:gd name="connsiteY174" fmla="*/ 1986455 h 2026995"/>
                <a:gd name="connsiteX175" fmla="*/ 819807 w 3671113"/>
                <a:gd name="connsiteY175" fmla="*/ 1981950 h 2026995"/>
                <a:gd name="connsiteX176" fmla="*/ 617107 w 3671113"/>
                <a:gd name="connsiteY176" fmla="*/ 1990959 h 2026995"/>
                <a:gd name="connsiteX177" fmla="*/ 527018 w 3671113"/>
                <a:gd name="connsiteY177" fmla="*/ 1986455 h 2026995"/>
                <a:gd name="connsiteX178" fmla="*/ 477470 w 3671113"/>
                <a:gd name="connsiteY178" fmla="*/ 1981950 h 2026995"/>
                <a:gd name="connsiteX179" fmla="*/ 414408 w 3671113"/>
                <a:gd name="connsiteY179" fmla="*/ 1977446 h 2026995"/>
                <a:gd name="connsiteX180" fmla="*/ 382877 w 3671113"/>
                <a:gd name="connsiteY180" fmla="*/ 1972941 h 2026995"/>
                <a:gd name="connsiteX181" fmla="*/ 369363 w 3671113"/>
                <a:gd name="connsiteY181" fmla="*/ 1977446 h 2026995"/>
                <a:gd name="connsiteX182" fmla="*/ 306301 w 3671113"/>
                <a:gd name="connsiteY182" fmla="*/ 1981950 h 2026995"/>
                <a:gd name="connsiteX183" fmla="*/ 225221 w 3671113"/>
                <a:gd name="connsiteY183" fmla="*/ 1972941 h 2026995"/>
                <a:gd name="connsiteX184" fmla="*/ 207204 w 3671113"/>
                <a:gd name="connsiteY184" fmla="*/ 1968437 h 2026995"/>
                <a:gd name="connsiteX185" fmla="*/ 180177 w 3671113"/>
                <a:gd name="connsiteY185" fmla="*/ 1959428 h 2026995"/>
                <a:gd name="connsiteX186" fmla="*/ 148646 w 3671113"/>
                <a:gd name="connsiteY186" fmla="*/ 1932402 h 2026995"/>
                <a:gd name="connsiteX187" fmla="*/ 130628 w 3671113"/>
                <a:gd name="connsiteY187" fmla="*/ 1905375 h 2026995"/>
                <a:gd name="connsiteX188" fmla="*/ 108106 w 3671113"/>
                <a:gd name="connsiteY188" fmla="*/ 1873844 h 2026995"/>
                <a:gd name="connsiteX189" fmla="*/ 94593 w 3671113"/>
                <a:gd name="connsiteY189" fmla="*/ 1824295 h 2026995"/>
                <a:gd name="connsiteX190" fmla="*/ 90088 w 3671113"/>
                <a:gd name="connsiteY190" fmla="*/ 1797269 h 2026995"/>
                <a:gd name="connsiteX191" fmla="*/ 85584 w 3671113"/>
                <a:gd name="connsiteY191" fmla="*/ 1783755 h 2026995"/>
                <a:gd name="connsiteX192" fmla="*/ 76575 w 3671113"/>
                <a:gd name="connsiteY192" fmla="*/ 1648622 h 2026995"/>
                <a:gd name="connsiteX193" fmla="*/ 72071 w 3671113"/>
                <a:gd name="connsiteY193" fmla="*/ 1540516 h 2026995"/>
                <a:gd name="connsiteX194" fmla="*/ 67566 w 3671113"/>
                <a:gd name="connsiteY194" fmla="*/ 1445923 h 2026995"/>
                <a:gd name="connsiteX195" fmla="*/ 72071 w 3671113"/>
                <a:gd name="connsiteY195" fmla="*/ 1211692 h 2026995"/>
                <a:gd name="connsiteX196" fmla="*/ 67566 w 3671113"/>
                <a:gd name="connsiteY196" fmla="*/ 1049533 h 2026995"/>
                <a:gd name="connsiteX197" fmla="*/ 63062 w 3671113"/>
                <a:gd name="connsiteY197" fmla="*/ 810798 h 2026995"/>
                <a:gd name="connsiteX198" fmla="*/ 58557 w 3671113"/>
                <a:gd name="connsiteY198" fmla="*/ 319814 h 2026995"/>
                <a:gd name="connsiteX199" fmla="*/ 49548 w 3671113"/>
                <a:gd name="connsiteY199" fmla="*/ 171168 h 2026995"/>
                <a:gd name="connsiteX200" fmla="*/ 40540 w 3671113"/>
                <a:gd name="connsiteY200" fmla="*/ 90088 h 2026995"/>
                <a:gd name="connsiteX201" fmla="*/ 0 w 3671113"/>
                <a:gd name="connsiteY201" fmla="*/ 0 h 2026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</a:cxnLst>
              <a:rect l="l" t="t" r="r" b="b"/>
              <a:pathLst>
                <a:path w="3671113" h="2026995">
                  <a:moveTo>
                    <a:pt x="0" y="0"/>
                  </a:moveTo>
                  <a:lnTo>
                    <a:pt x="0" y="0"/>
                  </a:lnTo>
                  <a:cubicBezTo>
                    <a:pt x="7067" y="2249"/>
                    <a:pt x="87043" y="31713"/>
                    <a:pt x="121619" y="36035"/>
                  </a:cubicBezTo>
                  <a:cubicBezTo>
                    <a:pt x="138075" y="38092"/>
                    <a:pt x="154652" y="39038"/>
                    <a:pt x="171168" y="40539"/>
                  </a:cubicBezTo>
                  <a:cubicBezTo>
                    <a:pt x="178675" y="42041"/>
                    <a:pt x="186263" y="43187"/>
                    <a:pt x="193690" y="45044"/>
                  </a:cubicBezTo>
                  <a:cubicBezTo>
                    <a:pt x="198296" y="46196"/>
                    <a:pt x="202598" y="48396"/>
                    <a:pt x="207204" y="49548"/>
                  </a:cubicBezTo>
                  <a:cubicBezTo>
                    <a:pt x="214631" y="51405"/>
                    <a:pt x="222299" y="52196"/>
                    <a:pt x="229726" y="54053"/>
                  </a:cubicBezTo>
                  <a:cubicBezTo>
                    <a:pt x="234332" y="55205"/>
                    <a:pt x="238658" y="57308"/>
                    <a:pt x="243239" y="58557"/>
                  </a:cubicBezTo>
                  <a:cubicBezTo>
                    <a:pt x="255184" y="61815"/>
                    <a:pt x="267529" y="63651"/>
                    <a:pt x="279275" y="67566"/>
                  </a:cubicBezTo>
                  <a:cubicBezTo>
                    <a:pt x="283779" y="69067"/>
                    <a:pt x="288223" y="70766"/>
                    <a:pt x="292788" y="72070"/>
                  </a:cubicBezTo>
                  <a:cubicBezTo>
                    <a:pt x="340443" y="85686"/>
                    <a:pt x="273605" y="64175"/>
                    <a:pt x="337832" y="85584"/>
                  </a:cubicBezTo>
                  <a:lnTo>
                    <a:pt x="351346" y="90088"/>
                  </a:lnTo>
                  <a:lnTo>
                    <a:pt x="364859" y="94593"/>
                  </a:lnTo>
                  <a:cubicBezTo>
                    <a:pt x="373868" y="93091"/>
                    <a:pt x="383455" y="93601"/>
                    <a:pt x="391885" y="90088"/>
                  </a:cubicBezTo>
                  <a:cubicBezTo>
                    <a:pt x="401880" y="85923"/>
                    <a:pt x="408168" y="73413"/>
                    <a:pt x="418912" y="72070"/>
                  </a:cubicBezTo>
                  <a:cubicBezTo>
                    <a:pt x="465483" y="66249"/>
                    <a:pt x="442964" y="69278"/>
                    <a:pt x="486479" y="63062"/>
                  </a:cubicBezTo>
                  <a:cubicBezTo>
                    <a:pt x="490983" y="66065"/>
                    <a:pt x="495150" y="69649"/>
                    <a:pt x="499992" y="72070"/>
                  </a:cubicBezTo>
                  <a:cubicBezTo>
                    <a:pt x="504239" y="74193"/>
                    <a:pt x="509354" y="74269"/>
                    <a:pt x="513505" y="76575"/>
                  </a:cubicBezTo>
                  <a:cubicBezTo>
                    <a:pt x="522970" y="81833"/>
                    <a:pt x="531523" y="88587"/>
                    <a:pt x="540532" y="94593"/>
                  </a:cubicBezTo>
                  <a:cubicBezTo>
                    <a:pt x="545036" y="97596"/>
                    <a:pt x="550217" y="99774"/>
                    <a:pt x="554045" y="103602"/>
                  </a:cubicBezTo>
                  <a:cubicBezTo>
                    <a:pt x="558549" y="108106"/>
                    <a:pt x="563647" y="112087"/>
                    <a:pt x="567558" y="117115"/>
                  </a:cubicBezTo>
                  <a:cubicBezTo>
                    <a:pt x="605277" y="165610"/>
                    <a:pt x="568408" y="126972"/>
                    <a:pt x="599089" y="157655"/>
                  </a:cubicBezTo>
                  <a:cubicBezTo>
                    <a:pt x="607694" y="183466"/>
                    <a:pt x="597067" y="160135"/>
                    <a:pt x="621612" y="184681"/>
                  </a:cubicBezTo>
                  <a:cubicBezTo>
                    <a:pt x="625440" y="188509"/>
                    <a:pt x="626792" y="194367"/>
                    <a:pt x="630620" y="198195"/>
                  </a:cubicBezTo>
                  <a:cubicBezTo>
                    <a:pt x="636204" y="203779"/>
                    <a:pt x="654481" y="215604"/>
                    <a:pt x="662151" y="220717"/>
                  </a:cubicBezTo>
                  <a:cubicBezTo>
                    <a:pt x="665154" y="225221"/>
                    <a:pt x="667086" y="230665"/>
                    <a:pt x="671160" y="234230"/>
                  </a:cubicBezTo>
                  <a:cubicBezTo>
                    <a:pt x="679309" y="241360"/>
                    <a:pt x="689525" y="245752"/>
                    <a:pt x="698187" y="252248"/>
                  </a:cubicBezTo>
                  <a:cubicBezTo>
                    <a:pt x="704193" y="256752"/>
                    <a:pt x="710505" y="260875"/>
                    <a:pt x="716205" y="265761"/>
                  </a:cubicBezTo>
                  <a:cubicBezTo>
                    <a:pt x="746556" y="291776"/>
                    <a:pt x="713361" y="268369"/>
                    <a:pt x="743231" y="288283"/>
                  </a:cubicBezTo>
                  <a:cubicBezTo>
                    <a:pt x="749046" y="280531"/>
                    <a:pt x="760476" y="265988"/>
                    <a:pt x="765753" y="256752"/>
                  </a:cubicBezTo>
                  <a:cubicBezTo>
                    <a:pt x="769084" y="250922"/>
                    <a:pt x="772268" y="244969"/>
                    <a:pt x="774762" y="238735"/>
                  </a:cubicBezTo>
                  <a:cubicBezTo>
                    <a:pt x="778289" y="229918"/>
                    <a:pt x="777056" y="218423"/>
                    <a:pt x="783771" y="211708"/>
                  </a:cubicBezTo>
                  <a:cubicBezTo>
                    <a:pt x="792786" y="202693"/>
                    <a:pt x="803746" y="190459"/>
                    <a:pt x="815302" y="184681"/>
                  </a:cubicBezTo>
                  <a:cubicBezTo>
                    <a:pt x="820839" y="181912"/>
                    <a:pt x="827314" y="181678"/>
                    <a:pt x="833320" y="180177"/>
                  </a:cubicBezTo>
                  <a:cubicBezTo>
                    <a:pt x="842329" y="183180"/>
                    <a:pt x="852446" y="183918"/>
                    <a:pt x="860347" y="189186"/>
                  </a:cubicBezTo>
                  <a:cubicBezTo>
                    <a:pt x="876356" y="199859"/>
                    <a:pt x="892918" y="210253"/>
                    <a:pt x="905391" y="225221"/>
                  </a:cubicBezTo>
                  <a:cubicBezTo>
                    <a:pt x="912042" y="233202"/>
                    <a:pt x="919523" y="247684"/>
                    <a:pt x="923409" y="256752"/>
                  </a:cubicBezTo>
                  <a:cubicBezTo>
                    <a:pt x="925279" y="261116"/>
                    <a:pt x="926043" y="265902"/>
                    <a:pt x="927913" y="270266"/>
                  </a:cubicBezTo>
                  <a:cubicBezTo>
                    <a:pt x="930558" y="276438"/>
                    <a:pt x="933919" y="282277"/>
                    <a:pt x="936922" y="288283"/>
                  </a:cubicBezTo>
                  <a:cubicBezTo>
                    <a:pt x="943928" y="337332"/>
                    <a:pt x="935696" y="303442"/>
                    <a:pt x="950435" y="337832"/>
                  </a:cubicBezTo>
                  <a:cubicBezTo>
                    <a:pt x="952305" y="342196"/>
                    <a:pt x="951583" y="347988"/>
                    <a:pt x="954940" y="351345"/>
                  </a:cubicBezTo>
                  <a:cubicBezTo>
                    <a:pt x="958297" y="354702"/>
                    <a:pt x="963888" y="354546"/>
                    <a:pt x="968453" y="355850"/>
                  </a:cubicBezTo>
                  <a:cubicBezTo>
                    <a:pt x="993190" y="362918"/>
                    <a:pt x="1019432" y="367535"/>
                    <a:pt x="1045028" y="369363"/>
                  </a:cubicBezTo>
                  <a:cubicBezTo>
                    <a:pt x="1075019" y="371505"/>
                    <a:pt x="1105116" y="371868"/>
                    <a:pt x="1135117" y="373868"/>
                  </a:cubicBezTo>
                  <a:cubicBezTo>
                    <a:pt x="1166399" y="375954"/>
                    <a:pt x="1182339" y="378683"/>
                    <a:pt x="1211692" y="382876"/>
                  </a:cubicBezTo>
                  <a:cubicBezTo>
                    <a:pt x="1220701" y="385879"/>
                    <a:pt x="1229506" y="389582"/>
                    <a:pt x="1238719" y="391885"/>
                  </a:cubicBezTo>
                  <a:cubicBezTo>
                    <a:pt x="1244725" y="393387"/>
                    <a:pt x="1250940" y="394216"/>
                    <a:pt x="1256737" y="396390"/>
                  </a:cubicBezTo>
                  <a:cubicBezTo>
                    <a:pt x="1263024" y="398748"/>
                    <a:pt x="1268582" y="402754"/>
                    <a:pt x="1274754" y="405399"/>
                  </a:cubicBezTo>
                  <a:cubicBezTo>
                    <a:pt x="1279118" y="407269"/>
                    <a:pt x="1283763" y="408402"/>
                    <a:pt x="1288268" y="409903"/>
                  </a:cubicBezTo>
                  <a:cubicBezTo>
                    <a:pt x="1300280" y="418912"/>
                    <a:pt x="1309736" y="433289"/>
                    <a:pt x="1324303" y="436930"/>
                  </a:cubicBezTo>
                  <a:cubicBezTo>
                    <a:pt x="1330309" y="438431"/>
                    <a:pt x="1336391" y="439655"/>
                    <a:pt x="1342321" y="441434"/>
                  </a:cubicBezTo>
                  <a:cubicBezTo>
                    <a:pt x="1351417" y="444163"/>
                    <a:pt x="1360036" y="448581"/>
                    <a:pt x="1369348" y="450443"/>
                  </a:cubicBezTo>
                  <a:cubicBezTo>
                    <a:pt x="1393237" y="455220"/>
                    <a:pt x="1400880" y="457318"/>
                    <a:pt x="1427905" y="459452"/>
                  </a:cubicBezTo>
                  <a:cubicBezTo>
                    <a:pt x="1538797" y="468207"/>
                    <a:pt x="1562906" y="468455"/>
                    <a:pt x="1666640" y="472965"/>
                  </a:cubicBezTo>
                  <a:lnTo>
                    <a:pt x="1909880" y="459452"/>
                  </a:lnTo>
                  <a:cubicBezTo>
                    <a:pt x="1932465" y="425569"/>
                    <a:pt x="1917542" y="452854"/>
                    <a:pt x="1923393" y="373868"/>
                  </a:cubicBezTo>
                  <a:cubicBezTo>
                    <a:pt x="1924618" y="357329"/>
                    <a:pt x="1925552" y="340737"/>
                    <a:pt x="1927897" y="324319"/>
                  </a:cubicBezTo>
                  <a:cubicBezTo>
                    <a:pt x="1928569" y="319618"/>
                    <a:pt x="1931098" y="315371"/>
                    <a:pt x="1932402" y="310805"/>
                  </a:cubicBezTo>
                  <a:cubicBezTo>
                    <a:pt x="1934103" y="304853"/>
                    <a:pt x="1935127" y="298717"/>
                    <a:pt x="1936906" y="292788"/>
                  </a:cubicBezTo>
                  <a:cubicBezTo>
                    <a:pt x="1939635" y="283692"/>
                    <a:pt x="1941668" y="274255"/>
                    <a:pt x="1945915" y="265761"/>
                  </a:cubicBezTo>
                  <a:cubicBezTo>
                    <a:pt x="1947474" y="262643"/>
                    <a:pt x="1959157" y="237414"/>
                    <a:pt x="1963933" y="234230"/>
                  </a:cubicBezTo>
                  <a:cubicBezTo>
                    <a:pt x="1969084" y="230796"/>
                    <a:pt x="1975944" y="231227"/>
                    <a:pt x="1981950" y="229726"/>
                  </a:cubicBezTo>
                  <a:cubicBezTo>
                    <a:pt x="1987956" y="231227"/>
                    <a:pt x="1994038" y="232451"/>
                    <a:pt x="1999968" y="234230"/>
                  </a:cubicBezTo>
                  <a:cubicBezTo>
                    <a:pt x="2009064" y="236959"/>
                    <a:pt x="2026995" y="243239"/>
                    <a:pt x="2026995" y="243239"/>
                  </a:cubicBezTo>
                  <a:cubicBezTo>
                    <a:pt x="2031499" y="246242"/>
                    <a:pt x="2036886" y="248224"/>
                    <a:pt x="2040508" y="252248"/>
                  </a:cubicBezTo>
                  <a:cubicBezTo>
                    <a:pt x="2050552" y="263408"/>
                    <a:pt x="2067535" y="288283"/>
                    <a:pt x="2067535" y="288283"/>
                  </a:cubicBezTo>
                  <a:cubicBezTo>
                    <a:pt x="2072195" y="302265"/>
                    <a:pt x="2072697" y="305896"/>
                    <a:pt x="2081048" y="319814"/>
                  </a:cubicBezTo>
                  <a:cubicBezTo>
                    <a:pt x="2086619" y="329098"/>
                    <a:pt x="2093060" y="337832"/>
                    <a:pt x="2099066" y="346841"/>
                  </a:cubicBezTo>
                  <a:cubicBezTo>
                    <a:pt x="2102069" y="351345"/>
                    <a:pt x="2105654" y="355512"/>
                    <a:pt x="2108075" y="360354"/>
                  </a:cubicBezTo>
                  <a:cubicBezTo>
                    <a:pt x="2111078" y="366360"/>
                    <a:pt x="2113628" y="372614"/>
                    <a:pt x="2117083" y="378372"/>
                  </a:cubicBezTo>
                  <a:cubicBezTo>
                    <a:pt x="2127130" y="395117"/>
                    <a:pt x="2134213" y="406911"/>
                    <a:pt x="2148615" y="418912"/>
                  </a:cubicBezTo>
                  <a:cubicBezTo>
                    <a:pt x="2152774" y="422378"/>
                    <a:pt x="2157181" y="425722"/>
                    <a:pt x="2162128" y="427921"/>
                  </a:cubicBezTo>
                  <a:cubicBezTo>
                    <a:pt x="2176231" y="434189"/>
                    <a:pt x="2192195" y="437690"/>
                    <a:pt x="2207172" y="441434"/>
                  </a:cubicBezTo>
                  <a:cubicBezTo>
                    <a:pt x="2264533" y="429963"/>
                    <a:pt x="2182573" y="445592"/>
                    <a:pt x="2274739" y="432425"/>
                  </a:cubicBezTo>
                  <a:cubicBezTo>
                    <a:pt x="2294406" y="429615"/>
                    <a:pt x="2289151" y="427696"/>
                    <a:pt x="2306270" y="423416"/>
                  </a:cubicBezTo>
                  <a:cubicBezTo>
                    <a:pt x="2313697" y="421559"/>
                    <a:pt x="2321260" y="420282"/>
                    <a:pt x="2328792" y="418912"/>
                  </a:cubicBezTo>
                  <a:cubicBezTo>
                    <a:pt x="2350438" y="414976"/>
                    <a:pt x="2357704" y="414665"/>
                    <a:pt x="2378341" y="409903"/>
                  </a:cubicBezTo>
                  <a:cubicBezTo>
                    <a:pt x="2390405" y="407119"/>
                    <a:pt x="2402090" y="402430"/>
                    <a:pt x="2414376" y="400894"/>
                  </a:cubicBezTo>
                  <a:cubicBezTo>
                    <a:pt x="2463903" y="394704"/>
                    <a:pt x="2438381" y="397727"/>
                    <a:pt x="2490951" y="391885"/>
                  </a:cubicBezTo>
                  <a:lnTo>
                    <a:pt x="2599058" y="396390"/>
                  </a:lnTo>
                  <a:cubicBezTo>
                    <a:pt x="2620103" y="397498"/>
                    <a:pt x="2641046" y="400894"/>
                    <a:pt x="2662120" y="400894"/>
                  </a:cubicBezTo>
                  <a:cubicBezTo>
                    <a:pt x="2678704" y="400894"/>
                    <a:pt x="2695186" y="398221"/>
                    <a:pt x="2711669" y="396390"/>
                  </a:cubicBezTo>
                  <a:cubicBezTo>
                    <a:pt x="2735148" y="393781"/>
                    <a:pt x="2747431" y="390888"/>
                    <a:pt x="2770226" y="387381"/>
                  </a:cubicBezTo>
                  <a:cubicBezTo>
                    <a:pt x="2780720" y="385767"/>
                    <a:pt x="2791247" y="384378"/>
                    <a:pt x="2801757" y="382876"/>
                  </a:cubicBezTo>
                  <a:cubicBezTo>
                    <a:pt x="2825543" y="374948"/>
                    <a:pt x="2811319" y="381006"/>
                    <a:pt x="2842297" y="360354"/>
                  </a:cubicBezTo>
                  <a:lnTo>
                    <a:pt x="2855811" y="351345"/>
                  </a:lnTo>
                  <a:cubicBezTo>
                    <a:pt x="2860315" y="348342"/>
                    <a:pt x="2865496" y="346165"/>
                    <a:pt x="2869324" y="342337"/>
                  </a:cubicBezTo>
                  <a:cubicBezTo>
                    <a:pt x="2873828" y="337832"/>
                    <a:pt x="2877139" y="331672"/>
                    <a:pt x="2882837" y="328823"/>
                  </a:cubicBezTo>
                  <a:cubicBezTo>
                    <a:pt x="2889685" y="325399"/>
                    <a:pt x="2897852" y="325820"/>
                    <a:pt x="2905359" y="324319"/>
                  </a:cubicBezTo>
                  <a:cubicBezTo>
                    <a:pt x="3034966" y="274471"/>
                    <a:pt x="2901597" y="324072"/>
                    <a:pt x="3008961" y="288283"/>
                  </a:cubicBezTo>
                  <a:cubicBezTo>
                    <a:pt x="3021131" y="284226"/>
                    <a:pt x="3032735" y="278543"/>
                    <a:pt x="3044997" y="274770"/>
                  </a:cubicBezTo>
                  <a:cubicBezTo>
                    <a:pt x="3052314" y="272519"/>
                    <a:pt x="3060092" y="272123"/>
                    <a:pt x="3067519" y="270266"/>
                  </a:cubicBezTo>
                  <a:cubicBezTo>
                    <a:pt x="3084416" y="266042"/>
                    <a:pt x="3081008" y="264484"/>
                    <a:pt x="3099050" y="256752"/>
                  </a:cubicBezTo>
                  <a:cubicBezTo>
                    <a:pt x="3114222" y="250250"/>
                    <a:pt x="3113451" y="253453"/>
                    <a:pt x="3130581" y="247743"/>
                  </a:cubicBezTo>
                  <a:cubicBezTo>
                    <a:pt x="3181468" y="230781"/>
                    <a:pt x="3127942" y="245026"/>
                    <a:pt x="3171121" y="234230"/>
                  </a:cubicBezTo>
                  <a:cubicBezTo>
                    <a:pt x="3189956" y="221674"/>
                    <a:pt x="3198430" y="218576"/>
                    <a:pt x="3211661" y="202699"/>
                  </a:cubicBezTo>
                  <a:cubicBezTo>
                    <a:pt x="3222791" y="189343"/>
                    <a:pt x="3220238" y="186903"/>
                    <a:pt x="3229679" y="171168"/>
                  </a:cubicBezTo>
                  <a:cubicBezTo>
                    <a:pt x="3235249" y="161884"/>
                    <a:pt x="3247696" y="144141"/>
                    <a:pt x="3247696" y="144141"/>
                  </a:cubicBezTo>
                  <a:cubicBezTo>
                    <a:pt x="3249198" y="138135"/>
                    <a:pt x="3249432" y="131661"/>
                    <a:pt x="3252201" y="126124"/>
                  </a:cubicBezTo>
                  <a:cubicBezTo>
                    <a:pt x="3265340" y="99846"/>
                    <a:pt x="3265150" y="102476"/>
                    <a:pt x="3283732" y="90088"/>
                  </a:cubicBezTo>
                  <a:cubicBezTo>
                    <a:pt x="3286735" y="85584"/>
                    <a:pt x="3288913" y="80403"/>
                    <a:pt x="3292741" y="76575"/>
                  </a:cubicBezTo>
                  <a:cubicBezTo>
                    <a:pt x="3296569" y="72747"/>
                    <a:pt x="3301663" y="70435"/>
                    <a:pt x="3306254" y="67566"/>
                  </a:cubicBezTo>
                  <a:cubicBezTo>
                    <a:pt x="3318680" y="59800"/>
                    <a:pt x="3333105" y="50911"/>
                    <a:pt x="3346794" y="45044"/>
                  </a:cubicBezTo>
                  <a:cubicBezTo>
                    <a:pt x="3351158" y="43174"/>
                    <a:pt x="3355803" y="42041"/>
                    <a:pt x="3360307" y="40539"/>
                  </a:cubicBezTo>
                  <a:cubicBezTo>
                    <a:pt x="3431272" y="52368"/>
                    <a:pt x="3340960" y="38438"/>
                    <a:pt x="3490936" y="49548"/>
                  </a:cubicBezTo>
                  <a:cubicBezTo>
                    <a:pt x="3498201" y="50086"/>
                    <a:pt x="3514860" y="56022"/>
                    <a:pt x="3522467" y="58557"/>
                  </a:cubicBezTo>
                  <a:cubicBezTo>
                    <a:pt x="3526971" y="61560"/>
                    <a:pt x="3531280" y="64880"/>
                    <a:pt x="3535980" y="67566"/>
                  </a:cubicBezTo>
                  <a:cubicBezTo>
                    <a:pt x="3550000" y="75578"/>
                    <a:pt x="3555538" y="75606"/>
                    <a:pt x="3567511" y="85584"/>
                  </a:cubicBezTo>
                  <a:cubicBezTo>
                    <a:pt x="3592314" y="106253"/>
                    <a:pt x="3571279" y="90861"/>
                    <a:pt x="3590033" y="117115"/>
                  </a:cubicBezTo>
                  <a:cubicBezTo>
                    <a:pt x="3606639" y="140363"/>
                    <a:pt x="3600639" y="120307"/>
                    <a:pt x="3612555" y="144141"/>
                  </a:cubicBezTo>
                  <a:cubicBezTo>
                    <a:pt x="3637812" y="194657"/>
                    <a:pt x="3588594" y="110092"/>
                    <a:pt x="3626069" y="175672"/>
                  </a:cubicBezTo>
                  <a:cubicBezTo>
                    <a:pt x="3641006" y="201811"/>
                    <a:pt x="3632022" y="176447"/>
                    <a:pt x="3648591" y="216212"/>
                  </a:cubicBezTo>
                  <a:cubicBezTo>
                    <a:pt x="3652243" y="224978"/>
                    <a:pt x="3655297" y="234026"/>
                    <a:pt x="3657600" y="243239"/>
                  </a:cubicBezTo>
                  <a:cubicBezTo>
                    <a:pt x="3668824" y="288135"/>
                    <a:pt x="3664574" y="267061"/>
                    <a:pt x="3671113" y="306301"/>
                  </a:cubicBezTo>
                  <a:cubicBezTo>
                    <a:pt x="3669612" y="415909"/>
                    <a:pt x="3666609" y="525507"/>
                    <a:pt x="3666609" y="635125"/>
                  </a:cubicBezTo>
                  <a:cubicBezTo>
                    <a:pt x="3666609" y="737236"/>
                    <a:pt x="3671113" y="839315"/>
                    <a:pt x="3671113" y="941426"/>
                  </a:cubicBezTo>
                  <a:cubicBezTo>
                    <a:pt x="3671113" y="1019517"/>
                    <a:pt x="3668939" y="1097600"/>
                    <a:pt x="3666609" y="1175657"/>
                  </a:cubicBezTo>
                  <a:cubicBezTo>
                    <a:pt x="3665935" y="1198219"/>
                    <a:pt x="3663392" y="1220688"/>
                    <a:pt x="3662104" y="1243223"/>
                  </a:cubicBezTo>
                  <a:cubicBezTo>
                    <a:pt x="3660389" y="1273241"/>
                    <a:pt x="3659998" y="1303341"/>
                    <a:pt x="3657600" y="1333312"/>
                  </a:cubicBezTo>
                  <a:cubicBezTo>
                    <a:pt x="3656989" y="1340944"/>
                    <a:pt x="3654289" y="1348272"/>
                    <a:pt x="3653095" y="1355834"/>
                  </a:cubicBezTo>
                  <a:cubicBezTo>
                    <a:pt x="3648329" y="1386020"/>
                    <a:pt x="3645196" y="1415980"/>
                    <a:pt x="3639582" y="1445923"/>
                  </a:cubicBezTo>
                  <a:cubicBezTo>
                    <a:pt x="3630264" y="1495620"/>
                    <a:pt x="3634452" y="1479330"/>
                    <a:pt x="3621564" y="1517994"/>
                  </a:cubicBezTo>
                  <a:cubicBezTo>
                    <a:pt x="3620063" y="1522498"/>
                    <a:pt x="3619694" y="1527557"/>
                    <a:pt x="3617060" y="1531507"/>
                  </a:cubicBezTo>
                  <a:cubicBezTo>
                    <a:pt x="3594693" y="1565057"/>
                    <a:pt x="3623440" y="1523851"/>
                    <a:pt x="3594538" y="1558534"/>
                  </a:cubicBezTo>
                  <a:cubicBezTo>
                    <a:pt x="3572962" y="1584426"/>
                    <a:pt x="3602301" y="1564033"/>
                    <a:pt x="3558502" y="1599073"/>
                  </a:cubicBezTo>
                  <a:cubicBezTo>
                    <a:pt x="3550995" y="1605079"/>
                    <a:pt x="3543215" y="1610760"/>
                    <a:pt x="3535980" y="1617091"/>
                  </a:cubicBezTo>
                  <a:cubicBezTo>
                    <a:pt x="3531186" y="1621286"/>
                    <a:pt x="3527651" y="1626901"/>
                    <a:pt x="3522467" y="1630604"/>
                  </a:cubicBezTo>
                  <a:cubicBezTo>
                    <a:pt x="3517003" y="1634507"/>
                    <a:pt x="3509821" y="1635584"/>
                    <a:pt x="3504449" y="1639613"/>
                  </a:cubicBezTo>
                  <a:cubicBezTo>
                    <a:pt x="3497654" y="1644709"/>
                    <a:pt x="3492880" y="1652103"/>
                    <a:pt x="3486431" y="1657631"/>
                  </a:cubicBezTo>
                  <a:cubicBezTo>
                    <a:pt x="3482321" y="1661154"/>
                    <a:pt x="3477249" y="1663392"/>
                    <a:pt x="3472918" y="1666640"/>
                  </a:cubicBezTo>
                  <a:cubicBezTo>
                    <a:pt x="3443541" y="1688673"/>
                    <a:pt x="3461071" y="1681100"/>
                    <a:pt x="3436882" y="1689162"/>
                  </a:cubicBezTo>
                  <a:cubicBezTo>
                    <a:pt x="3427873" y="1695168"/>
                    <a:pt x="3420128" y="1703756"/>
                    <a:pt x="3409856" y="1707180"/>
                  </a:cubicBezTo>
                  <a:cubicBezTo>
                    <a:pt x="3394998" y="1712132"/>
                    <a:pt x="3389978" y="1713511"/>
                    <a:pt x="3373820" y="1720693"/>
                  </a:cubicBezTo>
                  <a:cubicBezTo>
                    <a:pt x="3367684" y="1723420"/>
                    <a:pt x="3362037" y="1727208"/>
                    <a:pt x="3355803" y="1729702"/>
                  </a:cubicBezTo>
                  <a:cubicBezTo>
                    <a:pt x="3346986" y="1733229"/>
                    <a:pt x="3337719" y="1735517"/>
                    <a:pt x="3328776" y="1738711"/>
                  </a:cubicBezTo>
                  <a:cubicBezTo>
                    <a:pt x="3316695" y="1743026"/>
                    <a:pt x="3304911" y="1748167"/>
                    <a:pt x="3292741" y="1752224"/>
                  </a:cubicBezTo>
                  <a:cubicBezTo>
                    <a:pt x="3222291" y="1775707"/>
                    <a:pt x="3306887" y="1741989"/>
                    <a:pt x="3211661" y="1779251"/>
                  </a:cubicBezTo>
                  <a:cubicBezTo>
                    <a:pt x="3193484" y="1786364"/>
                    <a:pt x="3175924" y="1795025"/>
                    <a:pt x="3157608" y="1801773"/>
                  </a:cubicBezTo>
                  <a:cubicBezTo>
                    <a:pt x="3147351" y="1805552"/>
                    <a:pt x="3136371" y="1807106"/>
                    <a:pt x="3126077" y="1810782"/>
                  </a:cubicBezTo>
                  <a:cubicBezTo>
                    <a:pt x="3115308" y="1814628"/>
                    <a:pt x="3105315" y="1820449"/>
                    <a:pt x="3094546" y="1824295"/>
                  </a:cubicBezTo>
                  <a:cubicBezTo>
                    <a:pt x="3084252" y="1827971"/>
                    <a:pt x="3073463" y="1830089"/>
                    <a:pt x="3063015" y="1833304"/>
                  </a:cubicBezTo>
                  <a:cubicBezTo>
                    <a:pt x="3053939" y="1836097"/>
                    <a:pt x="3045119" y="1839704"/>
                    <a:pt x="3035988" y="1842313"/>
                  </a:cubicBezTo>
                  <a:cubicBezTo>
                    <a:pt x="3024083" y="1845715"/>
                    <a:pt x="3011698" y="1847406"/>
                    <a:pt x="2999952" y="1851322"/>
                  </a:cubicBezTo>
                  <a:cubicBezTo>
                    <a:pt x="2964261" y="1863219"/>
                    <a:pt x="2982293" y="1858770"/>
                    <a:pt x="2945899" y="1864835"/>
                  </a:cubicBezTo>
                  <a:cubicBezTo>
                    <a:pt x="2941395" y="1866336"/>
                    <a:pt x="2937042" y="1868408"/>
                    <a:pt x="2932386" y="1869339"/>
                  </a:cubicBezTo>
                  <a:cubicBezTo>
                    <a:pt x="2921975" y="1871421"/>
                    <a:pt x="2911349" y="1872230"/>
                    <a:pt x="2900855" y="1873844"/>
                  </a:cubicBezTo>
                  <a:cubicBezTo>
                    <a:pt x="2891828" y="1875233"/>
                    <a:pt x="2882837" y="1876847"/>
                    <a:pt x="2873828" y="1878348"/>
                  </a:cubicBezTo>
                  <a:cubicBezTo>
                    <a:pt x="2869324" y="1879850"/>
                    <a:pt x="2864921" y="1881701"/>
                    <a:pt x="2860315" y="1882853"/>
                  </a:cubicBezTo>
                  <a:cubicBezTo>
                    <a:pt x="2852888" y="1884710"/>
                    <a:pt x="2845126" y="1885157"/>
                    <a:pt x="2837793" y="1887357"/>
                  </a:cubicBezTo>
                  <a:cubicBezTo>
                    <a:pt x="2830048" y="1889680"/>
                    <a:pt x="2822942" y="1893809"/>
                    <a:pt x="2815271" y="1896366"/>
                  </a:cubicBezTo>
                  <a:cubicBezTo>
                    <a:pt x="2797085" y="1902428"/>
                    <a:pt x="2794346" y="1900025"/>
                    <a:pt x="2774731" y="1905375"/>
                  </a:cubicBezTo>
                  <a:cubicBezTo>
                    <a:pt x="2765569" y="1907874"/>
                    <a:pt x="2756713" y="1911381"/>
                    <a:pt x="2747704" y="1914384"/>
                  </a:cubicBezTo>
                  <a:lnTo>
                    <a:pt x="2707164" y="1927897"/>
                  </a:lnTo>
                  <a:cubicBezTo>
                    <a:pt x="2698155" y="1930900"/>
                    <a:pt x="2689450" y="1935044"/>
                    <a:pt x="2680138" y="1936906"/>
                  </a:cubicBezTo>
                  <a:lnTo>
                    <a:pt x="2657615" y="1941410"/>
                  </a:lnTo>
                  <a:cubicBezTo>
                    <a:pt x="2629630" y="1955403"/>
                    <a:pt x="2650198" y="1946747"/>
                    <a:pt x="2621580" y="1954924"/>
                  </a:cubicBezTo>
                  <a:cubicBezTo>
                    <a:pt x="2617015" y="1956228"/>
                    <a:pt x="2612632" y="1958124"/>
                    <a:pt x="2608067" y="1959428"/>
                  </a:cubicBezTo>
                  <a:cubicBezTo>
                    <a:pt x="2598694" y="1962106"/>
                    <a:pt x="2576243" y="1967275"/>
                    <a:pt x="2567527" y="1968437"/>
                  </a:cubicBezTo>
                  <a:cubicBezTo>
                    <a:pt x="2552569" y="1970431"/>
                    <a:pt x="2537455" y="1971069"/>
                    <a:pt x="2522482" y="1972941"/>
                  </a:cubicBezTo>
                  <a:cubicBezTo>
                    <a:pt x="2443227" y="1982848"/>
                    <a:pt x="2535581" y="1972259"/>
                    <a:pt x="2477438" y="1981950"/>
                  </a:cubicBezTo>
                  <a:cubicBezTo>
                    <a:pt x="2465498" y="1983940"/>
                    <a:pt x="2453466" y="1985450"/>
                    <a:pt x="2441403" y="1986455"/>
                  </a:cubicBezTo>
                  <a:cubicBezTo>
                    <a:pt x="2373143" y="1992143"/>
                    <a:pt x="2302031" y="1993203"/>
                    <a:pt x="2234199" y="1995464"/>
                  </a:cubicBezTo>
                  <a:cubicBezTo>
                    <a:pt x="2213178" y="1998467"/>
                    <a:pt x="2192266" y="2002359"/>
                    <a:pt x="2171137" y="2004472"/>
                  </a:cubicBezTo>
                  <a:cubicBezTo>
                    <a:pt x="2148132" y="2006773"/>
                    <a:pt x="2113722" y="2009840"/>
                    <a:pt x="2090057" y="2013481"/>
                  </a:cubicBezTo>
                  <a:cubicBezTo>
                    <a:pt x="2082490" y="2014645"/>
                    <a:pt x="2075114" y="2016903"/>
                    <a:pt x="2067535" y="2017986"/>
                  </a:cubicBezTo>
                  <a:cubicBezTo>
                    <a:pt x="1992636" y="2028686"/>
                    <a:pt x="2055390" y="2016810"/>
                    <a:pt x="2004473" y="2026995"/>
                  </a:cubicBezTo>
                  <a:cubicBezTo>
                    <a:pt x="1892896" y="2016850"/>
                    <a:pt x="2029716" y="2026995"/>
                    <a:pt x="1860331" y="2026995"/>
                  </a:cubicBezTo>
                  <a:cubicBezTo>
                    <a:pt x="1855583" y="2026995"/>
                    <a:pt x="1851518" y="2023162"/>
                    <a:pt x="1846817" y="2022490"/>
                  </a:cubicBezTo>
                  <a:cubicBezTo>
                    <a:pt x="1819898" y="2018644"/>
                    <a:pt x="1792721" y="2016853"/>
                    <a:pt x="1765738" y="2013481"/>
                  </a:cubicBezTo>
                  <a:lnTo>
                    <a:pt x="1729702" y="2008977"/>
                  </a:lnTo>
                  <a:cubicBezTo>
                    <a:pt x="1536987" y="2019119"/>
                    <a:pt x="1618729" y="2016677"/>
                    <a:pt x="1283763" y="2008977"/>
                  </a:cubicBezTo>
                  <a:cubicBezTo>
                    <a:pt x="1273149" y="2008733"/>
                    <a:pt x="1262818" y="2005286"/>
                    <a:pt x="1252232" y="2004472"/>
                  </a:cubicBezTo>
                  <a:cubicBezTo>
                    <a:pt x="1199862" y="2000443"/>
                    <a:pt x="1084423" y="1997032"/>
                    <a:pt x="1040524" y="1995464"/>
                  </a:cubicBezTo>
                  <a:lnTo>
                    <a:pt x="990975" y="1990959"/>
                  </a:lnTo>
                  <a:cubicBezTo>
                    <a:pt x="978936" y="1989692"/>
                    <a:pt x="967028" y="1987091"/>
                    <a:pt x="954940" y="1986455"/>
                  </a:cubicBezTo>
                  <a:cubicBezTo>
                    <a:pt x="909933" y="1984086"/>
                    <a:pt x="864851" y="1983452"/>
                    <a:pt x="819807" y="1981950"/>
                  </a:cubicBezTo>
                  <a:cubicBezTo>
                    <a:pt x="752240" y="1984953"/>
                    <a:pt x="684656" y="1994336"/>
                    <a:pt x="617107" y="1990959"/>
                  </a:cubicBezTo>
                  <a:lnTo>
                    <a:pt x="527018" y="1986455"/>
                  </a:lnTo>
                  <a:cubicBezTo>
                    <a:pt x="510468" y="1985387"/>
                    <a:pt x="494001" y="1983273"/>
                    <a:pt x="477470" y="1981950"/>
                  </a:cubicBezTo>
                  <a:lnTo>
                    <a:pt x="414408" y="1977446"/>
                  </a:lnTo>
                  <a:cubicBezTo>
                    <a:pt x="403898" y="1975944"/>
                    <a:pt x="393494" y="1972941"/>
                    <a:pt x="382877" y="1972941"/>
                  </a:cubicBezTo>
                  <a:cubicBezTo>
                    <a:pt x="378129" y="1972941"/>
                    <a:pt x="374079" y="1976891"/>
                    <a:pt x="369363" y="1977446"/>
                  </a:cubicBezTo>
                  <a:cubicBezTo>
                    <a:pt x="348433" y="1979908"/>
                    <a:pt x="327322" y="1980449"/>
                    <a:pt x="306301" y="1981950"/>
                  </a:cubicBezTo>
                  <a:cubicBezTo>
                    <a:pt x="256413" y="1978113"/>
                    <a:pt x="260565" y="1980795"/>
                    <a:pt x="225221" y="1972941"/>
                  </a:cubicBezTo>
                  <a:cubicBezTo>
                    <a:pt x="219178" y="1971598"/>
                    <a:pt x="213133" y="1970216"/>
                    <a:pt x="207204" y="1968437"/>
                  </a:cubicBezTo>
                  <a:cubicBezTo>
                    <a:pt x="198108" y="1965708"/>
                    <a:pt x="180177" y="1959428"/>
                    <a:pt x="180177" y="1959428"/>
                  </a:cubicBezTo>
                  <a:cubicBezTo>
                    <a:pt x="168893" y="1950965"/>
                    <a:pt x="157430" y="1943696"/>
                    <a:pt x="148646" y="1932402"/>
                  </a:cubicBezTo>
                  <a:cubicBezTo>
                    <a:pt x="141999" y="1923855"/>
                    <a:pt x="138284" y="1913031"/>
                    <a:pt x="130628" y="1905375"/>
                  </a:cubicBezTo>
                  <a:cubicBezTo>
                    <a:pt x="115179" y="1889926"/>
                    <a:pt x="116999" y="1894595"/>
                    <a:pt x="108106" y="1873844"/>
                  </a:cubicBezTo>
                  <a:cubicBezTo>
                    <a:pt x="103343" y="1862731"/>
                    <a:pt x="95219" y="1828048"/>
                    <a:pt x="94593" y="1824295"/>
                  </a:cubicBezTo>
                  <a:cubicBezTo>
                    <a:pt x="93091" y="1815286"/>
                    <a:pt x="92069" y="1806184"/>
                    <a:pt x="90088" y="1797269"/>
                  </a:cubicBezTo>
                  <a:cubicBezTo>
                    <a:pt x="89058" y="1792634"/>
                    <a:pt x="87085" y="1788260"/>
                    <a:pt x="85584" y="1783755"/>
                  </a:cubicBezTo>
                  <a:cubicBezTo>
                    <a:pt x="78529" y="1713197"/>
                    <a:pt x="80956" y="1745006"/>
                    <a:pt x="76575" y="1648622"/>
                  </a:cubicBezTo>
                  <a:cubicBezTo>
                    <a:pt x="74937" y="1612593"/>
                    <a:pt x="73672" y="1576547"/>
                    <a:pt x="72071" y="1540516"/>
                  </a:cubicBezTo>
                  <a:cubicBezTo>
                    <a:pt x="70669" y="1508980"/>
                    <a:pt x="69068" y="1477454"/>
                    <a:pt x="67566" y="1445923"/>
                  </a:cubicBezTo>
                  <a:cubicBezTo>
                    <a:pt x="69068" y="1367846"/>
                    <a:pt x="72071" y="1289783"/>
                    <a:pt x="72071" y="1211692"/>
                  </a:cubicBezTo>
                  <a:cubicBezTo>
                    <a:pt x="72071" y="1157618"/>
                    <a:pt x="68781" y="1103593"/>
                    <a:pt x="67566" y="1049533"/>
                  </a:cubicBezTo>
                  <a:cubicBezTo>
                    <a:pt x="65778" y="969961"/>
                    <a:pt x="64563" y="890376"/>
                    <a:pt x="63062" y="810798"/>
                  </a:cubicBezTo>
                  <a:cubicBezTo>
                    <a:pt x="61560" y="647137"/>
                    <a:pt x="61075" y="483463"/>
                    <a:pt x="58557" y="319814"/>
                  </a:cubicBezTo>
                  <a:cubicBezTo>
                    <a:pt x="57936" y="279456"/>
                    <a:pt x="53958" y="215271"/>
                    <a:pt x="49548" y="171168"/>
                  </a:cubicBezTo>
                  <a:cubicBezTo>
                    <a:pt x="46842" y="144110"/>
                    <a:pt x="42349" y="117221"/>
                    <a:pt x="40540" y="90088"/>
                  </a:cubicBezTo>
                  <a:cubicBezTo>
                    <a:pt x="35236" y="10537"/>
                    <a:pt x="6757" y="15015"/>
                    <a:pt x="0" y="0"/>
                  </a:cubicBezTo>
                  <a:close/>
                </a:path>
              </a:pathLst>
            </a:custGeom>
            <a:noFill/>
            <a:ln w="3492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ES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888D50F9-35F7-FB59-1445-D93510929915}"/>
                </a:ext>
              </a:extLst>
            </p:cNvPr>
            <p:cNvSpPr txBox="1"/>
            <p:nvPr/>
          </p:nvSpPr>
          <p:spPr>
            <a:xfrm>
              <a:off x="9340474" y="4366720"/>
              <a:ext cx="59022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ES"/>
              </a:defPPr>
              <a:lvl1pPr>
                <a:defRPr sz="1200" b="1">
                  <a:solidFill>
                    <a:srgbClr val="C00000"/>
                  </a:solidFill>
                  <a:effectLst>
                    <a:glow rad="178202">
                      <a:schemeClr val="bg1">
                        <a:alpha val="40000"/>
                      </a:schemeClr>
                    </a:glow>
                  </a:effectLst>
                  <a:latin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r>
                <a:rPr lang="en-ES" sz="1100" dirty="0"/>
                <a:t>Ciudad</a:t>
              </a:r>
            </a:p>
          </p:txBody>
        </p:sp>
      </p:grpSp>
      <p:grpSp>
        <p:nvGrpSpPr>
          <p:cNvPr id="255" name="Group 254">
            <a:extLst>
              <a:ext uri="{FF2B5EF4-FFF2-40B4-BE49-F238E27FC236}">
                <a16:creationId xmlns:a16="http://schemas.microsoft.com/office/drawing/2014/main" id="{7996E37B-F393-AE54-7468-A30614088C5B}"/>
              </a:ext>
            </a:extLst>
          </p:cNvPr>
          <p:cNvGrpSpPr/>
          <p:nvPr/>
        </p:nvGrpSpPr>
        <p:grpSpPr>
          <a:xfrm>
            <a:off x="10730102" y="5205717"/>
            <a:ext cx="1185831" cy="756028"/>
            <a:chOff x="10730102" y="5205717"/>
            <a:chExt cx="1185831" cy="756028"/>
          </a:xfrm>
        </p:grpSpPr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F3172B87-3339-DB0F-8157-91A17141D96E}"/>
                </a:ext>
              </a:extLst>
            </p:cNvPr>
            <p:cNvSpPr/>
            <p:nvPr/>
          </p:nvSpPr>
          <p:spPr>
            <a:xfrm>
              <a:off x="11027393" y="5430654"/>
              <a:ext cx="680698" cy="531091"/>
            </a:xfrm>
            <a:custGeom>
              <a:avLst/>
              <a:gdLst>
                <a:gd name="connsiteX0" fmla="*/ 56561 w 678730"/>
                <a:gd name="connsiteY0" fmla="*/ 518474 h 518474"/>
                <a:gd name="connsiteX1" fmla="*/ 0 w 678730"/>
                <a:gd name="connsiteY1" fmla="*/ 377072 h 518474"/>
                <a:gd name="connsiteX2" fmla="*/ 18853 w 678730"/>
                <a:gd name="connsiteY2" fmla="*/ 197963 h 518474"/>
                <a:gd name="connsiteX3" fmla="*/ 65987 w 678730"/>
                <a:gd name="connsiteY3" fmla="*/ 28280 h 518474"/>
                <a:gd name="connsiteX4" fmla="*/ 235670 w 678730"/>
                <a:gd name="connsiteY4" fmla="*/ 0 h 518474"/>
                <a:gd name="connsiteX5" fmla="*/ 282804 w 678730"/>
                <a:gd name="connsiteY5" fmla="*/ 84841 h 518474"/>
                <a:gd name="connsiteX6" fmla="*/ 367645 w 678730"/>
                <a:gd name="connsiteY6" fmla="*/ 0 h 518474"/>
                <a:gd name="connsiteX7" fmla="*/ 480767 w 678730"/>
                <a:gd name="connsiteY7" fmla="*/ 65987 h 518474"/>
                <a:gd name="connsiteX8" fmla="*/ 575035 w 678730"/>
                <a:gd name="connsiteY8" fmla="*/ 28280 h 518474"/>
                <a:gd name="connsiteX9" fmla="*/ 622169 w 678730"/>
                <a:gd name="connsiteY9" fmla="*/ 37707 h 518474"/>
                <a:gd name="connsiteX10" fmla="*/ 678730 w 678730"/>
                <a:gd name="connsiteY10" fmla="*/ 141402 h 518474"/>
                <a:gd name="connsiteX0" fmla="*/ 58111 w 680280"/>
                <a:gd name="connsiteY0" fmla="*/ 518474 h 518474"/>
                <a:gd name="connsiteX1" fmla="*/ 1550 w 680280"/>
                <a:gd name="connsiteY1" fmla="*/ 377072 h 518474"/>
                <a:gd name="connsiteX2" fmla="*/ 20403 w 680280"/>
                <a:gd name="connsiteY2" fmla="*/ 197963 h 518474"/>
                <a:gd name="connsiteX3" fmla="*/ 67537 w 680280"/>
                <a:gd name="connsiteY3" fmla="*/ 28280 h 518474"/>
                <a:gd name="connsiteX4" fmla="*/ 237220 w 680280"/>
                <a:gd name="connsiteY4" fmla="*/ 0 h 518474"/>
                <a:gd name="connsiteX5" fmla="*/ 284354 w 680280"/>
                <a:gd name="connsiteY5" fmla="*/ 84841 h 518474"/>
                <a:gd name="connsiteX6" fmla="*/ 369195 w 680280"/>
                <a:gd name="connsiteY6" fmla="*/ 0 h 518474"/>
                <a:gd name="connsiteX7" fmla="*/ 482317 w 680280"/>
                <a:gd name="connsiteY7" fmla="*/ 65987 h 518474"/>
                <a:gd name="connsiteX8" fmla="*/ 576585 w 680280"/>
                <a:gd name="connsiteY8" fmla="*/ 28280 h 518474"/>
                <a:gd name="connsiteX9" fmla="*/ 623719 w 680280"/>
                <a:gd name="connsiteY9" fmla="*/ 37707 h 518474"/>
                <a:gd name="connsiteX10" fmla="*/ 680280 w 680280"/>
                <a:gd name="connsiteY10" fmla="*/ 141402 h 518474"/>
                <a:gd name="connsiteX0" fmla="*/ 58529 w 680698"/>
                <a:gd name="connsiteY0" fmla="*/ 518474 h 518474"/>
                <a:gd name="connsiteX1" fmla="*/ 1968 w 680698"/>
                <a:gd name="connsiteY1" fmla="*/ 377072 h 518474"/>
                <a:gd name="connsiteX2" fmla="*/ 20821 w 680698"/>
                <a:gd name="connsiteY2" fmla="*/ 197963 h 518474"/>
                <a:gd name="connsiteX3" fmla="*/ 67955 w 680698"/>
                <a:gd name="connsiteY3" fmla="*/ 28280 h 518474"/>
                <a:gd name="connsiteX4" fmla="*/ 237638 w 680698"/>
                <a:gd name="connsiteY4" fmla="*/ 0 h 518474"/>
                <a:gd name="connsiteX5" fmla="*/ 284772 w 680698"/>
                <a:gd name="connsiteY5" fmla="*/ 84841 h 518474"/>
                <a:gd name="connsiteX6" fmla="*/ 369613 w 680698"/>
                <a:gd name="connsiteY6" fmla="*/ 0 h 518474"/>
                <a:gd name="connsiteX7" fmla="*/ 482735 w 680698"/>
                <a:gd name="connsiteY7" fmla="*/ 65987 h 518474"/>
                <a:gd name="connsiteX8" fmla="*/ 577003 w 680698"/>
                <a:gd name="connsiteY8" fmla="*/ 28280 h 518474"/>
                <a:gd name="connsiteX9" fmla="*/ 624137 w 680698"/>
                <a:gd name="connsiteY9" fmla="*/ 37707 h 518474"/>
                <a:gd name="connsiteX10" fmla="*/ 680698 w 680698"/>
                <a:gd name="connsiteY10" fmla="*/ 141402 h 518474"/>
                <a:gd name="connsiteX0" fmla="*/ 58529 w 680698"/>
                <a:gd name="connsiteY0" fmla="*/ 529209 h 529209"/>
                <a:gd name="connsiteX1" fmla="*/ 1968 w 680698"/>
                <a:gd name="connsiteY1" fmla="*/ 387807 h 529209"/>
                <a:gd name="connsiteX2" fmla="*/ 20821 w 680698"/>
                <a:gd name="connsiteY2" fmla="*/ 208698 h 529209"/>
                <a:gd name="connsiteX3" fmla="*/ 67955 w 680698"/>
                <a:gd name="connsiteY3" fmla="*/ 39015 h 529209"/>
                <a:gd name="connsiteX4" fmla="*/ 237638 w 680698"/>
                <a:gd name="connsiteY4" fmla="*/ 10735 h 529209"/>
                <a:gd name="connsiteX5" fmla="*/ 284772 w 680698"/>
                <a:gd name="connsiteY5" fmla="*/ 95576 h 529209"/>
                <a:gd name="connsiteX6" fmla="*/ 369613 w 680698"/>
                <a:gd name="connsiteY6" fmla="*/ 10735 h 529209"/>
                <a:gd name="connsiteX7" fmla="*/ 482735 w 680698"/>
                <a:gd name="connsiteY7" fmla="*/ 76722 h 529209"/>
                <a:gd name="connsiteX8" fmla="*/ 577003 w 680698"/>
                <a:gd name="connsiteY8" fmla="*/ 39015 h 529209"/>
                <a:gd name="connsiteX9" fmla="*/ 624137 w 680698"/>
                <a:gd name="connsiteY9" fmla="*/ 48442 h 529209"/>
                <a:gd name="connsiteX10" fmla="*/ 680698 w 680698"/>
                <a:gd name="connsiteY10" fmla="*/ 152137 h 529209"/>
                <a:gd name="connsiteX0" fmla="*/ 58529 w 680698"/>
                <a:gd name="connsiteY0" fmla="*/ 531091 h 531091"/>
                <a:gd name="connsiteX1" fmla="*/ 1968 w 680698"/>
                <a:gd name="connsiteY1" fmla="*/ 389689 h 531091"/>
                <a:gd name="connsiteX2" fmla="*/ 20821 w 680698"/>
                <a:gd name="connsiteY2" fmla="*/ 210580 h 531091"/>
                <a:gd name="connsiteX3" fmla="*/ 67955 w 680698"/>
                <a:gd name="connsiteY3" fmla="*/ 40897 h 531091"/>
                <a:gd name="connsiteX4" fmla="*/ 237638 w 680698"/>
                <a:gd name="connsiteY4" fmla="*/ 12617 h 531091"/>
                <a:gd name="connsiteX5" fmla="*/ 284772 w 680698"/>
                <a:gd name="connsiteY5" fmla="*/ 97458 h 531091"/>
                <a:gd name="connsiteX6" fmla="*/ 369613 w 680698"/>
                <a:gd name="connsiteY6" fmla="*/ 12617 h 531091"/>
                <a:gd name="connsiteX7" fmla="*/ 482735 w 680698"/>
                <a:gd name="connsiteY7" fmla="*/ 78604 h 531091"/>
                <a:gd name="connsiteX8" fmla="*/ 577003 w 680698"/>
                <a:gd name="connsiteY8" fmla="*/ 40897 h 531091"/>
                <a:gd name="connsiteX9" fmla="*/ 624137 w 680698"/>
                <a:gd name="connsiteY9" fmla="*/ 50324 h 531091"/>
                <a:gd name="connsiteX10" fmla="*/ 680698 w 680698"/>
                <a:gd name="connsiteY10" fmla="*/ 154019 h 531091"/>
                <a:gd name="connsiteX0" fmla="*/ 58529 w 680698"/>
                <a:gd name="connsiteY0" fmla="*/ 531091 h 531091"/>
                <a:gd name="connsiteX1" fmla="*/ 1968 w 680698"/>
                <a:gd name="connsiteY1" fmla="*/ 389689 h 531091"/>
                <a:gd name="connsiteX2" fmla="*/ 20821 w 680698"/>
                <a:gd name="connsiteY2" fmla="*/ 210580 h 531091"/>
                <a:gd name="connsiteX3" fmla="*/ 67955 w 680698"/>
                <a:gd name="connsiteY3" fmla="*/ 40897 h 531091"/>
                <a:gd name="connsiteX4" fmla="*/ 237638 w 680698"/>
                <a:gd name="connsiteY4" fmla="*/ 12617 h 531091"/>
                <a:gd name="connsiteX5" fmla="*/ 284772 w 680698"/>
                <a:gd name="connsiteY5" fmla="*/ 97458 h 531091"/>
                <a:gd name="connsiteX6" fmla="*/ 369613 w 680698"/>
                <a:gd name="connsiteY6" fmla="*/ 12617 h 531091"/>
                <a:gd name="connsiteX7" fmla="*/ 482735 w 680698"/>
                <a:gd name="connsiteY7" fmla="*/ 78604 h 531091"/>
                <a:gd name="connsiteX8" fmla="*/ 577003 w 680698"/>
                <a:gd name="connsiteY8" fmla="*/ 40897 h 531091"/>
                <a:gd name="connsiteX9" fmla="*/ 624137 w 680698"/>
                <a:gd name="connsiteY9" fmla="*/ 50324 h 531091"/>
                <a:gd name="connsiteX10" fmla="*/ 680698 w 680698"/>
                <a:gd name="connsiteY10" fmla="*/ 154019 h 531091"/>
                <a:gd name="connsiteX0" fmla="*/ 58529 w 680698"/>
                <a:gd name="connsiteY0" fmla="*/ 531091 h 531091"/>
                <a:gd name="connsiteX1" fmla="*/ 1968 w 680698"/>
                <a:gd name="connsiteY1" fmla="*/ 389689 h 531091"/>
                <a:gd name="connsiteX2" fmla="*/ 20821 w 680698"/>
                <a:gd name="connsiteY2" fmla="*/ 210580 h 531091"/>
                <a:gd name="connsiteX3" fmla="*/ 67955 w 680698"/>
                <a:gd name="connsiteY3" fmla="*/ 40897 h 531091"/>
                <a:gd name="connsiteX4" fmla="*/ 237638 w 680698"/>
                <a:gd name="connsiteY4" fmla="*/ 12617 h 531091"/>
                <a:gd name="connsiteX5" fmla="*/ 284772 w 680698"/>
                <a:gd name="connsiteY5" fmla="*/ 97458 h 531091"/>
                <a:gd name="connsiteX6" fmla="*/ 369613 w 680698"/>
                <a:gd name="connsiteY6" fmla="*/ 12617 h 531091"/>
                <a:gd name="connsiteX7" fmla="*/ 482735 w 680698"/>
                <a:gd name="connsiteY7" fmla="*/ 78604 h 531091"/>
                <a:gd name="connsiteX8" fmla="*/ 577003 w 680698"/>
                <a:gd name="connsiteY8" fmla="*/ 40897 h 531091"/>
                <a:gd name="connsiteX9" fmla="*/ 624137 w 680698"/>
                <a:gd name="connsiteY9" fmla="*/ 50324 h 531091"/>
                <a:gd name="connsiteX10" fmla="*/ 680698 w 680698"/>
                <a:gd name="connsiteY10" fmla="*/ 154019 h 531091"/>
                <a:gd name="connsiteX0" fmla="*/ 58529 w 680698"/>
                <a:gd name="connsiteY0" fmla="*/ 531091 h 531091"/>
                <a:gd name="connsiteX1" fmla="*/ 1968 w 680698"/>
                <a:gd name="connsiteY1" fmla="*/ 389689 h 531091"/>
                <a:gd name="connsiteX2" fmla="*/ 20821 w 680698"/>
                <a:gd name="connsiteY2" fmla="*/ 210580 h 531091"/>
                <a:gd name="connsiteX3" fmla="*/ 67955 w 680698"/>
                <a:gd name="connsiteY3" fmla="*/ 40897 h 531091"/>
                <a:gd name="connsiteX4" fmla="*/ 237638 w 680698"/>
                <a:gd name="connsiteY4" fmla="*/ 12617 h 531091"/>
                <a:gd name="connsiteX5" fmla="*/ 284772 w 680698"/>
                <a:gd name="connsiteY5" fmla="*/ 97458 h 531091"/>
                <a:gd name="connsiteX6" fmla="*/ 369613 w 680698"/>
                <a:gd name="connsiteY6" fmla="*/ 12617 h 531091"/>
                <a:gd name="connsiteX7" fmla="*/ 482735 w 680698"/>
                <a:gd name="connsiteY7" fmla="*/ 78604 h 531091"/>
                <a:gd name="connsiteX8" fmla="*/ 577003 w 680698"/>
                <a:gd name="connsiteY8" fmla="*/ 40897 h 531091"/>
                <a:gd name="connsiteX9" fmla="*/ 624137 w 680698"/>
                <a:gd name="connsiteY9" fmla="*/ 50324 h 531091"/>
                <a:gd name="connsiteX10" fmla="*/ 680698 w 680698"/>
                <a:gd name="connsiteY10" fmla="*/ 154019 h 531091"/>
                <a:gd name="connsiteX0" fmla="*/ 58529 w 680698"/>
                <a:gd name="connsiteY0" fmla="*/ 531091 h 531091"/>
                <a:gd name="connsiteX1" fmla="*/ 1968 w 680698"/>
                <a:gd name="connsiteY1" fmla="*/ 389689 h 531091"/>
                <a:gd name="connsiteX2" fmla="*/ 20821 w 680698"/>
                <a:gd name="connsiteY2" fmla="*/ 210580 h 531091"/>
                <a:gd name="connsiteX3" fmla="*/ 67955 w 680698"/>
                <a:gd name="connsiteY3" fmla="*/ 40897 h 531091"/>
                <a:gd name="connsiteX4" fmla="*/ 237638 w 680698"/>
                <a:gd name="connsiteY4" fmla="*/ 12617 h 531091"/>
                <a:gd name="connsiteX5" fmla="*/ 284772 w 680698"/>
                <a:gd name="connsiteY5" fmla="*/ 97458 h 531091"/>
                <a:gd name="connsiteX6" fmla="*/ 369613 w 680698"/>
                <a:gd name="connsiteY6" fmla="*/ 12617 h 531091"/>
                <a:gd name="connsiteX7" fmla="*/ 482735 w 680698"/>
                <a:gd name="connsiteY7" fmla="*/ 78604 h 531091"/>
                <a:gd name="connsiteX8" fmla="*/ 577003 w 680698"/>
                <a:gd name="connsiteY8" fmla="*/ 40897 h 531091"/>
                <a:gd name="connsiteX9" fmla="*/ 624137 w 680698"/>
                <a:gd name="connsiteY9" fmla="*/ 50324 h 531091"/>
                <a:gd name="connsiteX10" fmla="*/ 680698 w 680698"/>
                <a:gd name="connsiteY10" fmla="*/ 154019 h 531091"/>
                <a:gd name="connsiteX0" fmla="*/ 58529 w 680698"/>
                <a:gd name="connsiteY0" fmla="*/ 531091 h 531091"/>
                <a:gd name="connsiteX1" fmla="*/ 1968 w 680698"/>
                <a:gd name="connsiteY1" fmla="*/ 389689 h 531091"/>
                <a:gd name="connsiteX2" fmla="*/ 20821 w 680698"/>
                <a:gd name="connsiteY2" fmla="*/ 210580 h 531091"/>
                <a:gd name="connsiteX3" fmla="*/ 67955 w 680698"/>
                <a:gd name="connsiteY3" fmla="*/ 40897 h 531091"/>
                <a:gd name="connsiteX4" fmla="*/ 237638 w 680698"/>
                <a:gd name="connsiteY4" fmla="*/ 12617 h 531091"/>
                <a:gd name="connsiteX5" fmla="*/ 284772 w 680698"/>
                <a:gd name="connsiteY5" fmla="*/ 97458 h 531091"/>
                <a:gd name="connsiteX6" fmla="*/ 369613 w 680698"/>
                <a:gd name="connsiteY6" fmla="*/ 12617 h 531091"/>
                <a:gd name="connsiteX7" fmla="*/ 482735 w 680698"/>
                <a:gd name="connsiteY7" fmla="*/ 78604 h 531091"/>
                <a:gd name="connsiteX8" fmla="*/ 577003 w 680698"/>
                <a:gd name="connsiteY8" fmla="*/ 40897 h 531091"/>
                <a:gd name="connsiteX9" fmla="*/ 624137 w 680698"/>
                <a:gd name="connsiteY9" fmla="*/ 50324 h 531091"/>
                <a:gd name="connsiteX10" fmla="*/ 680698 w 680698"/>
                <a:gd name="connsiteY10" fmla="*/ 154019 h 531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80698" h="531091">
                  <a:moveTo>
                    <a:pt x="58529" y="531091"/>
                  </a:moveTo>
                  <a:cubicBezTo>
                    <a:pt x="39675" y="483957"/>
                    <a:pt x="8253" y="443107"/>
                    <a:pt x="1968" y="389689"/>
                  </a:cubicBezTo>
                  <a:cubicBezTo>
                    <a:pt x="-4317" y="336271"/>
                    <a:pt x="5110" y="267141"/>
                    <a:pt x="20821" y="210580"/>
                  </a:cubicBezTo>
                  <a:lnTo>
                    <a:pt x="67955" y="40897"/>
                  </a:lnTo>
                  <a:cubicBezTo>
                    <a:pt x="104091" y="7903"/>
                    <a:pt x="221927" y="-15663"/>
                    <a:pt x="237638" y="12617"/>
                  </a:cubicBezTo>
                  <a:lnTo>
                    <a:pt x="284772" y="97458"/>
                  </a:lnTo>
                  <a:cubicBezTo>
                    <a:pt x="306768" y="97458"/>
                    <a:pt x="331906" y="-9379"/>
                    <a:pt x="369613" y="12617"/>
                  </a:cubicBezTo>
                  <a:lnTo>
                    <a:pt x="482735" y="78604"/>
                  </a:lnTo>
                  <a:cubicBezTo>
                    <a:pt x="517300" y="83317"/>
                    <a:pt x="561292" y="37755"/>
                    <a:pt x="577003" y="40897"/>
                  </a:cubicBezTo>
                  <a:lnTo>
                    <a:pt x="624137" y="50324"/>
                  </a:lnTo>
                  <a:cubicBezTo>
                    <a:pt x="639848" y="53466"/>
                    <a:pt x="661844" y="119454"/>
                    <a:pt x="680698" y="154019"/>
                  </a:cubicBezTo>
                </a:path>
              </a:pathLst>
            </a:custGeom>
            <a:noFill/>
            <a:ln w="34925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ES"/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96DE2DC4-CE4D-016C-B707-A99DAE4A1F15}"/>
                </a:ext>
              </a:extLst>
            </p:cNvPr>
            <p:cNvSpPr txBox="1"/>
            <p:nvPr/>
          </p:nvSpPr>
          <p:spPr>
            <a:xfrm>
              <a:off x="10730102" y="5205717"/>
              <a:ext cx="1185831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ES"/>
              </a:defPPr>
              <a:lvl1pPr>
                <a:defRPr sz="1200" b="1">
                  <a:solidFill>
                    <a:srgbClr val="C00000"/>
                  </a:solidFill>
                  <a:effectLst>
                    <a:glow rad="178202">
                      <a:schemeClr val="bg1">
                        <a:alpha val="40000"/>
                      </a:schemeClr>
                    </a:glow>
                  </a:effectLst>
                  <a:latin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pPr algn="ctr"/>
              <a:r>
                <a:rPr lang="es-ES" sz="1100" dirty="0">
                  <a:solidFill>
                    <a:srgbClr val="FFC000"/>
                  </a:solidFill>
                  <a:effectLst>
                    <a:glow rad="76200">
                      <a:schemeClr val="bg1"/>
                    </a:glow>
                  </a:effectLst>
                </a:rPr>
                <a:t>Escritores</a:t>
              </a:r>
              <a:endParaRPr lang="en-ES" sz="1100" dirty="0">
                <a:solidFill>
                  <a:srgbClr val="FFC000"/>
                </a:solidFill>
                <a:effectLst>
                  <a:glow rad="76200">
                    <a:schemeClr val="bg1"/>
                  </a:glow>
                </a:effectLst>
              </a:endParaRPr>
            </a:p>
          </p:txBody>
        </p:sp>
      </p:grpSp>
      <p:grpSp>
        <p:nvGrpSpPr>
          <p:cNvPr id="256" name="Group 255">
            <a:extLst>
              <a:ext uri="{FF2B5EF4-FFF2-40B4-BE49-F238E27FC236}">
                <a16:creationId xmlns:a16="http://schemas.microsoft.com/office/drawing/2014/main" id="{C1BE81E5-046E-2C86-8683-07120B983EA4}"/>
              </a:ext>
            </a:extLst>
          </p:cNvPr>
          <p:cNvGrpSpPr/>
          <p:nvPr/>
        </p:nvGrpSpPr>
        <p:grpSpPr>
          <a:xfrm>
            <a:off x="7977377" y="5246992"/>
            <a:ext cx="1185831" cy="737690"/>
            <a:chOff x="7977377" y="5246992"/>
            <a:chExt cx="1185831" cy="737690"/>
          </a:xfrm>
        </p:grpSpPr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DA7807D4-EEF5-688A-087D-DEF9C51AD5F3}"/>
                </a:ext>
              </a:extLst>
            </p:cNvPr>
            <p:cNvSpPr/>
            <p:nvPr/>
          </p:nvSpPr>
          <p:spPr>
            <a:xfrm>
              <a:off x="8306873" y="5456611"/>
              <a:ext cx="374152" cy="528071"/>
            </a:xfrm>
            <a:custGeom>
              <a:avLst/>
              <a:gdLst>
                <a:gd name="connsiteX0" fmla="*/ 0 w 373488"/>
                <a:gd name="connsiteY0" fmla="*/ 376707 h 528033"/>
                <a:gd name="connsiteX1" fmla="*/ 22538 w 373488"/>
                <a:gd name="connsiteY1" fmla="*/ 257577 h 528033"/>
                <a:gd name="connsiteX2" fmla="*/ 57955 w 373488"/>
                <a:gd name="connsiteY2" fmla="*/ 157766 h 528033"/>
                <a:gd name="connsiteX3" fmla="*/ 61175 w 373488"/>
                <a:gd name="connsiteY3" fmla="*/ 80493 h 528033"/>
                <a:gd name="connsiteX4" fmla="*/ 77273 w 373488"/>
                <a:gd name="connsiteY4" fmla="*/ 25757 h 528033"/>
                <a:gd name="connsiteX5" fmla="*/ 138448 w 373488"/>
                <a:gd name="connsiteY5" fmla="*/ 0 h 528033"/>
                <a:gd name="connsiteX6" fmla="*/ 228600 w 373488"/>
                <a:gd name="connsiteY6" fmla="*/ 25757 h 528033"/>
                <a:gd name="connsiteX7" fmla="*/ 280116 w 373488"/>
                <a:gd name="connsiteY7" fmla="*/ 109470 h 528033"/>
                <a:gd name="connsiteX8" fmla="*/ 241479 w 373488"/>
                <a:gd name="connsiteY8" fmla="*/ 189963 h 528033"/>
                <a:gd name="connsiteX9" fmla="*/ 273676 w 373488"/>
                <a:gd name="connsiteY9" fmla="*/ 244698 h 528033"/>
                <a:gd name="connsiteX10" fmla="*/ 280116 w 373488"/>
                <a:gd name="connsiteY10" fmla="*/ 267236 h 528033"/>
                <a:gd name="connsiteX11" fmla="*/ 334851 w 373488"/>
                <a:gd name="connsiteY11" fmla="*/ 305873 h 528033"/>
                <a:gd name="connsiteX12" fmla="*/ 373488 w 373488"/>
                <a:gd name="connsiteY12" fmla="*/ 357388 h 528033"/>
                <a:gd name="connsiteX13" fmla="*/ 357389 w 373488"/>
                <a:gd name="connsiteY13" fmla="*/ 392805 h 528033"/>
                <a:gd name="connsiteX14" fmla="*/ 302654 w 373488"/>
                <a:gd name="connsiteY14" fmla="*/ 437881 h 528033"/>
                <a:gd name="connsiteX15" fmla="*/ 283335 w 373488"/>
                <a:gd name="connsiteY15" fmla="*/ 489397 h 528033"/>
                <a:gd name="connsiteX16" fmla="*/ 296214 w 373488"/>
                <a:gd name="connsiteY16" fmla="*/ 528033 h 528033"/>
                <a:gd name="connsiteX0" fmla="*/ 0 w 373488"/>
                <a:gd name="connsiteY0" fmla="*/ 376707 h 528033"/>
                <a:gd name="connsiteX1" fmla="*/ 22538 w 373488"/>
                <a:gd name="connsiteY1" fmla="*/ 257577 h 528033"/>
                <a:gd name="connsiteX2" fmla="*/ 57955 w 373488"/>
                <a:gd name="connsiteY2" fmla="*/ 157766 h 528033"/>
                <a:gd name="connsiteX3" fmla="*/ 61175 w 373488"/>
                <a:gd name="connsiteY3" fmla="*/ 80493 h 528033"/>
                <a:gd name="connsiteX4" fmla="*/ 77273 w 373488"/>
                <a:gd name="connsiteY4" fmla="*/ 25757 h 528033"/>
                <a:gd name="connsiteX5" fmla="*/ 138448 w 373488"/>
                <a:gd name="connsiteY5" fmla="*/ 0 h 528033"/>
                <a:gd name="connsiteX6" fmla="*/ 228600 w 373488"/>
                <a:gd name="connsiteY6" fmla="*/ 25757 h 528033"/>
                <a:gd name="connsiteX7" fmla="*/ 280116 w 373488"/>
                <a:gd name="connsiteY7" fmla="*/ 109470 h 528033"/>
                <a:gd name="connsiteX8" fmla="*/ 241479 w 373488"/>
                <a:gd name="connsiteY8" fmla="*/ 189963 h 528033"/>
                <a:gd name="connsiteX9" fmla="*/ 273676 w 373488"/>
                <a:gd name="connsiteY9" fmla="*/ 244698 h 528033"/>
                <a:gd name="connsiteX10" fmla="*/ 280116 w 373488"/>
                <a:gd name="connsiteY10" fmla="*/ 267236 h 528033"/>
                <a:gd name="connsiteX11" fmla="*/ 334851 w 373488"/>
                <a:gd name="connsiteY11" fmla="*/ 305873 h 528033"/>
                <a:gd name="connsiteX12" fmla="*/ 373488 w 373488"/>
                <a:gd name="connsiteY12" fmla="*/ 357388 h 528033"/>
                <a:gd name="connsiteX13" fmla="*/ 357389 w 373488"/>
                <a:gd name="connsiteY13" fmla="*/ 392805 h 528033"/>
                <a:gd name="connsiteX14" fmla="*/ 302654 w 373488"/>
                <a:gd name="connsiteY14" fmla="*/ 437881 h 528033"/>
                <a:gd name="connsiteX15" fmla="*/ 283335 w 373488"/>
                <a:gd name="connsiteY15" fmla="*/ 489397 h 528033"/>
                <a:gd name="connsiteX16" fmla="*/ 296214 w 373488"/>
                <a:gd name="connsiteY16" fmla="*/ 528033 h 528033"/>
                <a:gd name="connsiteX0" fmla="*/ 0 w 373488"/>
                <a:gd name="connsiteY0" fmla="*/ 376707 h 528033"/>
                <a:gd name="connsiteX1" fmla="*/ 22538 w 373488"/>
                <a:gd name="connsiteY1" fmla="*/ 257577 h 528033"/>
                <a:gd name="connsiteX2" fmla="*/ 57955 w 373488"/>
                <a:gd name="connsiteY2" fmla="*/ 157766 h 528033"/>
                <a:gd name="connsiteX3" fmla="*/ 61175 w 373488"/>
                <a:gd name="connsiteY3" fmla="*/ 80493 h 528033"/>
                <a:gd name="connsiteX4" fmla="*/ 77273 w 373488"/>
                <a:gd name="connsiteY4" fmla="*/ 25757 h 528033"/>
                <a:gd name="connsiteX5" fmla="*/ 138448 w 373488"/>
                <a:gd name="connsiteY5" fmla="*/ 0 h 528033"/>
                <a:gd name="connsiteX6" fmla="*/ 228600 w 373488"/>
                <a:gd name="connsiteY6" fmla="*/ 25757 h 528033"/>
                <a:gd name="connsiteX7" fmla="*/ 280116 w 373488"/>
                <a:gd name="connsiteY7" fmla="*/ 109470 h 528033"/>
                <a:gd name="connsiteX8" fmla="*/ 241479 w 373488"/>
                <a:gd name="connsiteY8" fmla="*/ 189963 h 528033"/>
                <a:gd name="connsiteX9" fmla="*/ 273676 w 373488"/>
                <a:gd name="connsiteY9" fmla="*/ 244698 h 528033"/>
                <a:gd name="connsiteX10" fmla="*/ 280116 w 373488"/>
                <a:gd name="connsiteY10" fmla="*/ 267236 h 528033"/>
                <a:gd name="connsiteX11" fmla="*/ 334851 w 373488"/>
                <a:gd name="connsiteY11" fmla="*/ 305873 h 528033"/>
                <a:gd name="connsiteX12" fmla="*/ 373488 w 373488"/>
                <a:gd name="connsiteY12" fmla="*/ 357388 h 528033"/>
                <a:gd name="connsiteX13" fmla="*/ 357389 w 373488"/>
                <a:gd name="connsiteY13" fmla="*/ 392805 h 528033"/>
                <a:gd name="connsiteX14" fmla="*/ 302654 w 373488"/>
                <a:gd name="connsiteY14" fmla="*/ 437881 h 528033"/>
                <a:gd name="connsiteX15" fmla="*/ 283335 w 373488"/>
                <a:gd name="connsiteY15" fmla="*/ 489397 h 528033"/>
                <a:gd name="connsiteX16" fmla="*/ 296214 w 373488"/>
                <a:gd name="connsiteY16" fmla="*/ 528033 h 528033"/>
                <a:gd name="connsiteX0" fmla="*/ 0 w 373488"/>
                <a:gd name="connsiteY0" fmla="*/ 376707 h 528033"/>
                <a:gd name="connsiteX1" fmla="*/ 22538 w 373488"/>
                <a:gd name="connsiteY1" fmla="*/ 257577 h 528033"/>
                <a:gd name="connsiteX2" fmla="*/ 57955 w 373488"/>
                <a:gd name="connsiteY2" fmla="*/ 157766 h 528033"/>
                <a:gd name="connsiteX3" fmla="*/ 61175 w 373488"/>
                <a:gd name="connsiteY3" fmla="*/ 80493 h 528033"/>
                <a:gd name="connsiteX4" fmla="*/ 77273 w 373488"/>
                <a:gd name="connsiteY4" fmla="*/ 25757 h 528033"/>
                <a:gd name="connsiteX5" fmla="*/ 138448 w 373488"/>
                <a:gd name="connsiteY5" fmla="*/ 0 h 528033"/>
                <a:gd name="connsiteX6" fmla="*/ 228600 w 373488"/>
                <a:gd name="connsiteY6" fmla="*/ 25757 h 528033"/>
                <a:gd name="connsiteX7" fmla="*/ 280116 w 373488"/>
                <a:gd name="connsiteY7" fmla="*/ 109470 h 528033"/>
                <a:gd name="connsiteX8" fmla="*/ 241479 w 373488"/>
                <a:gd name="connsiteY8" fmla="*/ 189963 h 528033"/>
                <a:gd name="connsiteX9" fmla="*/ 273676 w 373488"/>
                <a:gd name="connsiteY9" fmla="*/ 244698 h 528033"/>
                <a:gd name="connsiteX10" fmla="*/ 280116 w 373488"/>
                <a:gd name="connsiteY10" fmla="*/ 267236 h 528033"/>
                <a:gd name="connsiteX11" fmla="*/ 334851 w 373488"/>
                <a:gd name="connsiteY11" fmla="*/ 305873 h 528033"/>
                <a:gd name="connsiteX12" fmla="*/ 373488 w 373488"/>
                <a:gd name="connsiteY12" fmla="*/ 357388 h 528033"/>
                <a:gd name="connsiteX13" fmla="*/ 357389 w 373488"/>
                <a:gd name="connsiteY13" fmla="*/ 392805 h 528033"/>
                <a:gd name="connsiteX14" fmla="*/ 302654 w 373488"/>
                <a:gd name="connsiteY14" fmla="*/ 437881 h 528033"/>
                <a:gd name="connsiteX15" fmla="*/ 283335 w 373488"/>
                <a:gd name="connsiteY15" fmla="*/ 489397 h 528033"/>
                <a:gd name="connsiteX16" fmla="*/ 296214 w 373488"/>
                <a:gd name="connsiteY16" fmla="*/ 528033 h 528033"/>
                <a:gd name="connsiteX0" fmla="*/ 0 w 373488"/>
                <a:gd name="connsiteY0" fmla="*/ 376707 h 528033"/>
                <a:gd name="connsiteX1" fmla="*/ 22538 w 373488"/>
                <a:gd name="connsiteY1" fmla="*/ 257577 h 528033"/>
                <a:gd name="connsiteX2" fmla="*/ 57955 w 373488"/>
                <a:gd name="connsiteY2" fmla="*/ 157766 h 528033"/>
                <a:gd name="connsiteX3" fmla="*/ 61175 w 373488"/>
                <a:gd name="connsiteY3" fmla="*/ 80493 h 528033"/>
                <a:gd name="connsiteX4" fmla="*/ 77273 w 373488"/>
                <a:gd name="connsiteY4" fmla="*/ 25757 h 528033"/>
                <a:gd name="connsiteX5" fmla="*/ 138448 w 373488"/>
                <a:gd name="connsiteY5" fmla="*/ 0 h 528033"/>
                <a:gd name="connsiteX6" fmla="*/ 228600 w 373488"/>
                <a:gd name="connsiteY6" fmla="*/ 25757 h 528033"/>
                <a:gd name="connsiteX7" fmla="*/ 280116 w 373488"/>
                <a:gd name="connsiteY7" fmla="*/ 109470 h 528033"/>
                <a:gd name="connsiteX8" fmla="*/ 241479 w 373488"/>
                <a:gd name="connsiteY8" fmla="*/ 189963 h 528033"/>
                <a:gd name="connsiteX9" fmla="*/ 273676 w 373488"/>
                <a:gd name="connsiteY9" fmla="*/ 244698 h 528033"/>
                <a:gd name="connsiteX10" fmla="*/ 280116 w 373488"/>
                <a:gd name="connsiteY10" fmla="*/ 267236 h 528033"/>
                <a:gd name="connsiteX11" fmla="*/ 334851 w 373488"/>
                <a:gd name="connsiteY11" fmla="*/ 305873 h 528033"/>
                <a:gd name="connsiteX12" fmla="*/ 373488 w 373488"/>
                <a:gd name="connsiteY12" fmla="*/ 357388 h 528033"/>
                <a:gd name="connsiteX13" fmla="*/ 357389 w 373488"/>
                <a:gd name="connsiteY13" fmla="*/ 392805 h 528033"/>
                <a:gd name="connsiteX14" fmla="*/ 302654 w 373488"/>
                <a:gd name="connsiteY14" fmla="*/ 437881 h 528033"/>
                <a:gd name="connsiteX15" fmla="*/ 283335 w 373488"/>
                <a:gd name="connsiteY15" fmla="*/ 489397 h 528033"/>
                <a:gd name="connsiteX16" fmla="*/ 296214 w 373488"/>
                <a:gd name="connsiteY16" fmla="*/ 528033 h 528033"/>
                <a:gd name="connsiteX0" fmla="*/ 0 w 373488"/>
                <a:gd name="connsiteY0" fmla="*/ 376707 h 528033"/>
                <a:gd name="connsiteX1" fmla="*/ 22538 w 373488"/>
                <a:gd name="connsiteY1" fmla="*/ 257577 h 528033"/>
                <a:gd name="connsiteX2" fmla="*/ 57955 w 373488"/>
                <a:gd name="connsiteY2" fmla="*/ 157766 h 528033"/>
                <a:gd name="connsiteX3" fmla="*/ 61175 w 373488"/>
                <a:gd name="connsiteY3" fmla="*/ 80493 h 528033"/>
                <a:gd name="connsiteX4" fmla="*/ 77273 w 373488"/>
                <a:gd name="connsiteY4" fmla="*/ 25757 h 528033"/>
                <a:gd name="connsiteX5" fmla="*/ 138448 w 373488"/>
                <a:gd name="connsiteY5" fmla="*/ 0 h 528033"/>
                <a:gd name="connsiteX6" fmla="*/ 228600 w 373488"/>
                <a:gd name="connsiteY6" fmla="*/ 25757 h 528033"/>
                <a:gd name="connsiteX7" fmla="*/ 280116 w 373488"/>
                <a:gd name="connsiteY7" fmla="*/ 109470 h 528033"/>
                <a:gd name="connsiteX8" fmla="*/ 241479 w 373488"/>
                <a:gd name="connsiteY8" fmla="*/ 189963 h 528033"/>
                <a:gd name="connsiteX9" fmla="*/ 273676 w 373488"/>
                <a:gd name="connsiteY9" fmla="*/ 244698 h 528033"/>
                <a:gd name="connsiteX10" fmla="*/ 280116 w 373488"/>
                <a:gd name="connsiteY10" fmla="*/ 267236 h 528033"/>
                <a:gd name="connsiteX11" fmla="*/ 334851 w 373488"/>
                <a:gd name="connsiteY11" fmla="*/ 305873 h 528033"/>
                <a:gd name="connsiteX12" fmla="*/ 373488 w 373488"/>
                <a:gd name="connsiteY12" fmla="*/ 357388 h 528033"/>
                <a:gd name="connsiteX13" fmla="*/ 357389 w 373488"/>
                <a:gd name="connsiteY13" fmla="*/ 392805 h 528033"/>
                <a:gd name="connsiteX14" fmla="*/ 302654 w 373488"/>
                <a:gd name="connsiteY14" fmla="*/ 437881 h 528033"/>
                <a:gd name="connsiteX15" fmla="*/ 283335 w 373488"/>
                <a:gd name="connsiteY15" fmla="*/ 489397 h 528033"/>
                <a:gd name="connsiteX16" fmla="*/ 296214 w 373488"/>
                <a:gd name="connsiteY16" fmla="*/ 528033 h 528033"/>
                <a:gd name="connsiteX0" fmla="*/ 0 w 373488"/>
                <a:gd name="connsiteY0" fmla="*/ 376745 h 528071"/>
                <a:gd name="connsiteX1" fmla="*/ 22538 w 373488"/>
                <a:gd name="connsiteY1" fmla="*/ 257615 h 528071"/>
                <a:gd name="connsiteX2" fmla="*/ 57955 w 373488"/>
                <a:gd name="connsiteY2" fmla="*/ 157804 h 528071"/>
                <a:gd name="connsiteX3" fmla="*/ 61175 w 373488"/>
                <a:gd name="connsiteY3" fmla="*/ 80531 h 528071"/>
                <a:gd name="connsiteX4" fmla="*/ 77273 w 373488"/>
                <a:gd name="connsiteY4" fmla="*/ 25795 h 528071"/>
                <a:gd name="connsiteX5" fmla="*/ 138448 w 373488"/>
                <a:gd name="connsiteY5" fmla="*/ 38 h 528071"/>
                <a:gd name="connsiteX6" fmla="*/ 228600 w 373488"/>
                <a:gd name="connsiteY6" fmla="*/ 25795 h 528071"/>
                <a:gd name="connsiteX7" fmla="*/ 280116 w 373488"/>
                <a:gd name="connsiteY7" fmla="*/ 109508 h 528071"/>
                <a:gd name="connsiteX8" fmla="*/ 241479 w 373488"/>
                <a:gd name="connsiteY8" fmla="*/ 190001 h 528071"/>
                <a:gd name="connsiteX9" fmla="*/ 273676 w 373488"/>
                <a:gd name="connsiteY9" fmla="*/ 244736 h 528071"/>
                <a:gd name="connsiteX10" fmla="*/ 280116 w 373488"/>
                <a:gd name="connsiteY10" fmla="*/ 267274 h 528071"/>
                <a:gd name="connsiteX11" fmla="*/ 334851 w 373488"/>
                <a:gd name="connsiteY11" fmla="*/ 305911 h 528071"/>
                <a:gd name="connsiteX12" fmla="*/ 373488 w 373488"/>
                <a:gd name="connsiteY12" fmla="*/ 357426 h 528071"/>
                <a:gd name="connsiteX13" fmla="*/ 357389 w 373488"/>
                <a:gd name="connsiteY13" fmla="*/ 392843 h 528071"/>
                <a:gd name="connsiteX14" fmla="*/ 302654 w 373488"/>
                <a:gd name="connsiteY14" fmla="*/ 437919 h 528071"/>
                <a:gd name="connsiteX15" fmla="*/ 283335 w 373488"/>
                <a:gd name="connsiteY15" fmla="*/ 489435 h 528071"/>
                <a:gd name="connsiteX16" fmla="*/ 296214 w 373488"/>
                <a:gd name="connsiteY16" fmla="*/ 528071 h 528071"/>
                <a:gd name="connsiteX0" fmla="*/ 0 w 373488"/>
                <a:gd name="connsiteY0" fmla="*/ 376745 h 528071"/>
                <a:gd name="connsiteX1" fmla="*/ 22538 w 373488"/>
                <a:gd name="connsiteY1" fmla="*/ 257615 h 528071"/>
                <a:gd name="connsiteX2" fmla="*/ 57955 w 373488"/>
                <a:gd name="connsiteY2" fmla="*/ 157804 h 528071"/>
                <a:gd name="connsiteX3" fmla="*/ 61175 w 373488"/>
                <a:gd name="connsiteY3" fmla="*/ 80531 h 528071"/>
                <a:gd name="connsiteX4" fmla="*/ 77273 w 373488"/>
                <a:gd name="connsiteY4" fmla="*/ 25795 h 528071"/>
                <a:gd name="connsiteX5" fmla="*/ 138448 w 373488"/>
                <a:gd name="connsiteY5" fmla="*/ 38 h 528071"/>
                <a:gd name="connsiteX6" fmla="*/ 228600 w 373488"/>
                <a:gd name="connsiteY6" fmla="*/ 25795 h 528071"/>
                <a:gd name="connsiteX7" fmla="*/ 280116 w 373488"/>
                <a:gd name="connsiteY7" fmla="*/ 109508 h 528071"/>
                <a:gd name="connsiteX8" fmla="*/ 241479 w 373488"/>
                <a:gd name="connsiteY8" fmla="*/ 190001 h 528071"/>
                <a:gd name="connsiteX9" fmla="*/ 273676 w 373488"/>
                <a:gd name="connsiteY9" fmla="*/ 244736 h 528071"/>
                <a:gd name="connsiteX10" fmla="*/ 280116 w 373488"/>
                <a:gd name="connsiteY10" fmla="*/ 267274 h 528071"/>
                <a:gd name="connsiteX11" fmla="*/ 334851 w 373488"/>
                <a:gd name="connsiteY11" fmla="*/ 305911 h 528071"/>
                <a:gd name="connsiteX12" fmla="*/ 373488 w 373488"/>
                <a:gd name="connsiteY12" fmla="*/ 357426 h 528071"/>
                <a:gd name="connsiteX13" fmla="*/ 357389 w 373488"/>
                <a:gd name="connsiteY13" fmla="*/ 392843 h 528071"/>
                <a:gd name="connsiteX14" fmla="*/ 302654 w 373488"/>
                <a:gd name="connsiteY14" fmla="*/ 437919 h 528071"/>
                <a:gd name="connsiteX15" fmla="*/ 283335 w 373488"/>
                <a:gd name="connsiteY15" fmla="*/ 489435 h 528071"/>
                <a:gd name="connsiteX16" fmla="*/ 296214 w 373488"/>
                <a:gd name="connsiteY16" fmla="*/ 528071 h 528071"/>
                <a:gd name="connsiteX0" fmla="*/ 0 w 373488"/>
                <a:gd name="connsiteY0" fmla="*/ 376745 h 528071"/>
                <a:gd name="connsiteX1" fmla="*/ 22538 w 373488"/>
                <a:gd name="connsiteY1" fmla="*/ 257615 h 528071"/>
                <a:gd name="connsiteX2" fmla="*/ 57955 w 373488"/>
                <a:gd name="connsiteY2" fmla="*/ 157804 h 528071"/>
                <a:gd name="connsiteX3" fmla="*/ 61175 w 373488"/>
                <a:gd name="connsiteY3" fmla="*/ 80531 h 528071"/>
                <a:gd name="connsiteX4" fmla="*/ 77273 w 373488"/>
                <a:gd name="connsiteY4" fmla="*/ 25795 h 528071"/>
                <a:gd name="connsiteX5" fmla="*/ 138448 w 373488"/>
                <a:gd name="connsiteY5" fmla="*/ 38 h 528071"/>
                <a:gd name="connsiteX6" fmla="*/ 228600 w 373488"/>
                <a:gd name="connsiteY6" fmla="*/ 25795 h 528071"/>
                <a:gd name="connsiteX7" fmla="*/ 280116 w 373488"/>
                <a:gd name="connsiteY7" fmla="*/ 109508 h 528071"/>
                <a:gd name="connsiteX8" fmla="*/ 241479 w 373488"/>
                <a:gd name="connsiteY8" fmla="*/ 190001 h 528071"/>
                <a:gd name="connsiteX9" fmla="*/ 273676 w 373488"/>
                <a:gd name="connsiteY9" fmla="*/ 244736 h 528071"/>
                <a:gd name="connsiteX10" fmla="*/ 280116 w 373488"/>
                <a:gd name="connsiteY10" fmla="*/ 267274 h 528071"/>
                <a:gd name="connsiteX11" fmla="*/ 334851 w 373488"/>
                <a:gd name="connsiteY11" fmla="*/ 305911 h 528071"/>
                <a:gd name="connsiteX12" fmla="*/ 373488 w 373488"/>
                <a:gd name="connsiteY12" fmla="*/ 357426 h 528071"/>
                <a:gd name="connsiteX13" fmla="*/ 357389 w 373488"/>
                <a:gd name="connsiteY13" fmla="*/ 392843 h 528071"/>
                <a:gd name="connsiteX14" fmla="*/ 302654 w 373488"/>
                <a:gd name="connsiteY14" fmla="*/ 437919 h 528071"/>
                <a:gd name="connsiteX15" fmla="*/ 283335 w 373488"/>
                <a:gd name="connsiteY15" fmla="*/ 489435 h 528071"/>
                <a:gd name="connsiteX16" fmla="*/ 296214 w 373488"/>
                <a:gd name="connsiteY16" fmla="*/ 528071 h 528071"/>
                <a:gd name="connsiteX0" fmla="*/ 0 w 373488"/>
                <a:gd name="connsiteY0" fmla="*/ 376745 h 528071"/>
                <a:gd name="connsiteX1" fmla="*/ 22538 w 373488"/>
                <a:gd name="connsiteY1" fmla="*/ 257615 h 528071"/>
                <a:gd name="connsiteX2" fmla="*/ 57955 w 373488"/>
                <a:gd name="connsiteY2" fmla="*/ 157804 h 528071"/>
                <a:gd name="connsiteX3" fmla="*/ 61175 w 373488"/>
                <a:gd name="connsiteY3" fmla="*/ 80531 h 528071"/>
                <a:gd name="connsiteX4" fmla="*/ 77273 w 373488"/>
                <a:gd name="connsiteY4" fmla="*/ 25795 h 528071"/>
                <a:gd name="connsiteX5" fmla="*/ 138448 w 373488"/>
                <a:gd name="connsiteY5" fmla="*/ 38 h 528071"/>
                <a:gd name="connsiteX6" fmla="*/ 228600 w 373488"/>
                <a:gd name="connsiteY6" fmla="*/ 25795 h 528071"/>
                <a:gd name="connsiteX7" fmla="*/ 280116 w 373488"/>
                <a:gd name="connsiteY7" fmla="*/ 109508 h 528071"/>
                <a:gd name="connsiteX8" fmla="*/ 241479 w 373488"/>
                <a:gd name="connsiteY8" fmla="*/ 190001 h 528071"/>
                <a:gd name="connsiteX9" fmla="*/ 273676 w 373488"/>
                <a:gd name="connsiteY9" fmla="*/ 244736 h 528071"/>
                <a:gd name="connsiteX10" fmla="*/ 280116 w 373488"/>
                <a:gd name="connsiteY10" fmla="*/ 267274 h 528071"/>
                <a:gd name="connsiteX11" fmla="*/ 334851 w 373488"/>
                <a:gd name="connsiteY11" fmla="*/ 305911 h 528071"/>
                <a:gd name="connsiteX12" fmla="*/ 373488 w 373488"/>
                <a:gd name="connsiteY12" fmla="*/ 357426 h 528071"/>
                <a:gd name="connsiteX13" fmla="*/ 357389 w 373488"/>
                <a:gd name="connsiteY13" fmla="*/ 392843 h 528071"/>
                <a:gd name="connsiteX14" fmla="*/ 302654 w 373488"/>
                <a:gd name="connsiteY14" fmla="*/ 437919 h 528071"/>
                <a:gd name="connsiteX15" fmla="*/ 283335 w 373488"/>
                <a:gd name="connsiteY15" fmla="*/ 489435 h 528071"/>
                <a:gd name="connsiteX16" fmla="*/ 296214 w 373488"/>
                <a:gd name="connsiteY16" fmla="*/ 528071 h 528071"/>
                <a:gd name="connsiteX0" fmla="*/ 0 w 373488"/>
                <a:gd name="connsiteY0" fmla="*/ 376745 h 528071"/>
                <a:gd name="connsiteX1" fmla="*/ 22538 w 373488"/>
                <a:gd name="connsiteY1" fmla="*/ 257615 h 528071"/>
                <a:gd name="connsiteX2" fmla="*/ 57955 w 373488"/>
                <a:gd name="connsiteY2" fmla="*/ 157804 h 528071"/>
                <a:gd name="connsiteX3" fmla="*/ 61175 w 373488"/>
                <a:gd name="connsiteY3" fmla="*/ 80531 h 528071"/>
                <a:gd name="connsiteX4" fmla="*/ 77273 w 373488"/>
                <a:gd name="connsiteY4" fmla="*/ 25795 h 528071"/>
                <a:gd name="connsiteX5" fmla="*/ 138448 w 373488"/>
                <a:gd name="connsiteY5" fmla="*/ 38 h 528071"/>
                <a:gd name="connsiteX6" fmla="*/ 228600 w 373488"/>
                <a:gd name="connsiteY6" fmla="*/ 25795 h 528071"/>
                <a:gd name="connsiteX7" fmla="*/ 280116 w 373488"/>
                <a:gd name="connsiteY7" fmla="*/ 109508 h 528071"/>
                <a:gd name="connsiteX8" fmla="*/ 241479 w 373488"/>
                <a:gd name="connsiteY8" fmla="*/ 190001 h 528071"/>
                <a:gd name="connsiteX9" fmla="*/ 273676 w 373488"/>
                <a:gd name="connsiteY9" fmla="*/ 244736 h 528071"/>
                <a:gd name="connsiteX10" fmla="*/ 280116 w 373488"/>
                <a:gd name="connsiteY10" fmla="*/ 267274 h 528071"/>
                <a:gd name="connsiteX11" fmla="*/ 334851 w 373488"/>
                <a:gd name="connsiteY11" fmla="*/ 305911 h 528071"/>
                <a:gd name="connsiteX12" fmla="*/ 373488 w 373488"/>
                <a:gd name="connsiteY12" fmla="*/ 357426 h 528071"/>
                <a:gd name="connsiteX13" fmla="*/ 357389 w 373488"/>
                <a:gd name="connsiteY13" fmla="*/ 392843 h 528071"/>
                <a:gd name="connsiteX14" fmla="*/ 302654 w 373488"/>
                <a:gd name="connsiteY14" fmla="*/ 437919 h 528071"/>
                <a:gd name="connsiteX15" fmla="*/ 283335 w 373488"/>
                <a:gd name="connsiteY15" fmla="*/ 489435 h 528071"/>
                <a:gd name="connsiteX16" fmla="*/ 296214 w 373488"/>
                <a:gd name="connsiteY16" fmla="*/ 528071 h 528071"/>
                <a:gd name="connsiteX0" fmla="*/ 0 w 373488"/>
                <a:gd name="connsiteY0" fmla="*/ 376745 h 528071"/>
                <a:gd name="connsiteX1" fmla="*/ 22538 w 373488"/>
                <a:gd name="connsiteY1" fmla="*/ 257615 h 528071"/>
                <a:gd name="connsiteX2" fmla="*/ 57955 w 373488"/>
                <a:gd name="connsiteY2" fmla="*/ 157804 h 528071"/>
                <a:gd name="connsiteX3" fmla="*/ 61175 w 373488"/>
                <a:gd name="connsiteY3" fmla="*/ 80531 h 528071"/>
                <a:gd name="connsiteX4" fmla="*/ 77273 w 373488"/>
                <a:gd name="connsiteY4" fmla="*/ 25795 h 528071"/>
                <a:gd name="connsiteX5" fmla="*/ 138448 w 373488"/>
                <a:gd name="connsiteY5" fmla="*/ 38 h 528071"/>
                <a:gd name="connsiteX6" fmla="*/ 228600 w 373488"/>
                <a:gd name="connsiteY6" fmla="*/ 25795 h 528071"/>
                <a:gd name="connsiteX7" fmla="*/ 280116 w 373488"/>
                <a:gd name="connsiteY7" fmla="*/ 109508 h 528071"/>
                <a:gd name="connsiteX8" fmla="*/ 241479 w 373488"/>
                <a:gd name="connsiteY8" fmla="*/ 190001 h 528071"/>
                <a:gd name="connsiteX9" fmla="*/ 273676 w 373488"/>
                <a:gd name="connsiteY9" fmla="*/ 244736 h 528071"/>
                <a:gd name="connsiteX10" fmla="*/ 280116 w 373488"/>
                <a:gd name="connsiteY10" fmla="*/ 267274 h 528071"/>
                <a:gd name="connsiteX11" fmla="*/ 334851 w 373488"/>
                <a:gd name="connsiteY11" fmla="*/ 305911 h 528071"/>
                <a:gd name="connsiteX12" fmla="*/ 373488 w 373488"/>
                <a:gd name="connsiteY12" fmla="*/ 357426 h 528071"/>
                <a:gd name="connsiteX13" fmla="*/ 357389 w 373488"/>
                <a:gd name="connsiteY13" fmla="*/ 392843 h 528071"/>
                <a:gd name="connsiteX14" fmla="*/ 302654 w 373488"/>
                <a:gd name="connsiteY14" fmla="*/ 437919 h 528071"/>
                <a:gd name="connsiteX15" fmla="*/ 283335 w 373488"/>
                <a:gd name="connsiteY15" fmla="*/ 489435 h 528071"/>
                <a:gd name="connsiteX16" fmla="*/ 296214 w 373488"/>
                <a:gd name="connsiteY16" fmla="*/ 528071 h 528071"/>
                <a:gd name="connsiteX0" fmla="*/ 0 w 373488"/>
                <a:gd name="connsiteY0" fmla="*/ 376745 h 528071"/>
                <a:gd name="connsiteX1" fmla="*/ 22538 w 373488"/>
                <a:gd name="connsiteY1" fmla="*/ 257615 h 528071"/>
                <a:gd name="connsiteX2" fmla="*/ 57955 w 373488"/>
                <a:gd name="connsiteY2" fmla="*/ 157804 h 528071"/>
                <a:gd name="connsiteX3" fmla="*/ 61175 w 373488"/>
                <a:gd name="connsiteY3" fmla="*/ 80531 h 528071"/>
                <a:gd name="connsiteX4" fmla="*/ 77273 w 373488"/>
                <a:gd name="connsiteY4" fmla="*/ 25795 h 528071"/>
                <a:gd name="connsiteX5" fmla="*/ 138448 w 373488"/>
                <a:gd name="connsiteY5" fmla="*/ 38 h 528071"/>
                <a:gd name="connsiteX6" fmla="*/ 228600 w 373488"/>
                <a:gd name="connsiteY6" fmla="*/ 25795 h 528071"/>
                <a:gd name="connsiteX7" fmla="*/ 280116 w 373488"/>
                <a:gd name="connsiteY7" fmla="*/ 109508 h 528071"/>
                <a:gd name="connsiteX8" fmla="*/ 241479 w 373488"/>
                <a:gd name="connsiteY8" fmla="*/ 190001 h 528071"/>
                <a:gd name="connsiteX9" fmla="*/ 273676 w 373488"/>
                <a:gd name="connsiteY9" fmla="*/ 244736 h 528071"/>
                <a:gd name="connsiteX10" fmla="*/ 280116 w 373488"/>
                <a:gd name="connsiteY10" fmla="*/ 267274 h 528071"/>
                <a:gd name="connsiteX11" fmla="*/ 334851 w 373488"/>
                <a:gd name="connsiteY11" fmla="*/ 305911 h 528071"/>
                <a:gd name="connsiteX12" fmla="*/ 373488 w 373488"/>
                <a:gd name="connsiteY12" fmla="*/ 357426 h 528071"/>
                <a:gd name="connsiteX13" fmla="*/ 357389 w 373488"/>
                <a:gd name="connsiteY13" fmla="*/ 392843 h 528071"/>
                <a:gd name="connsiteX14" fmla="*/ 302654 w 373488"/>
                <a:gd name="connsiteY14" fmla="*/ 437919 h 528071"/>
                <a:gd name="connsiteX15" fmla="*/ 283335 w 373488"/>
                <a:gd name="connsiteY15" fmla="*/ 489435 h 528071"/>
                <a:gd name="connsiteX16" fmla="*/ 296214 w 373488"/>
                <a:gd name="connsiteY16" fmla="*/ 528071 h 528071"/>
                <a:gd name="connsiteX0" fmla="*/ 0 w 374152"/>
                <a:gd name="connsiteY0" fmla="*/ 376745 h 528071"/>
                <a:gd name="connsiteX1" fmla="*/ 22538 w 374152"/>
                <a:gd name="connsiteY1" fmla="*/ 257615 h 528071"/>
                <a:gd name="connsiteX2" fmla="*/ 57955 w 374152"/>
                <a:gd name="connsiteY2" fmla="*/ 157804 h 528071"/>
                <a:gd name="connsiteX3" fmla="*/ 61175 w 374152"/>
                <a:gd name="connsiteY3" fmla="*/ 80531 h 528071"/>
                <a:gd name="connsiteX4" fmla="*/ 77273 w 374152"/>
                <a:gd name="connsiteY4" fmla="*/ 25795 h 528071"/>
                <a:gd name="connsiteX5" fmla="*/ 138448 w 374152"/>
                <a:gd name="connsiteY5" fmla="*/ 38 h 528071"/>
                <a:gd name="connsiteX6" fmla="*/ 228600 w 374152"/>
                <a:gd name="connsiteY6" fmla="*/ 25795 h 528071"/>
                <a:gd name="connsiteX7" fmla="*/ 280116 w 374152"/>
                <a:gd name="connsiteY7" fmla="*/ 109508 h 528071"/>
                <a:gd name="connsiteX8" fmla="*/ 241479 w 374152"/>
                <a:gd name="connsiteY8" fmla="*/ 190001 h 528071"/>
                <a:gd name="connsiteX9" fmla="*/ 273676 w 374152"/>
                <a:gd name="connsiteY9" fmla="*/ 244736 h 528071"/>
                <a:gd name="connsiteX10" fmla="*/ 280116 w 374152"/>
                <a:gd name="connsiteY10" fmla="*/ 267274 h 528071"/>
                <a:gd name="connsiteX11" fmla="*/ 334851 w 374152"/>
                <a:gd name="connsiteY11" fmla="*/ 305911 h 528071"/>
                <a:gd name="connsiteX12" fmla="*/ 373488 w 374152"/>
                <a:gd name="connsiteY12" fmla="*/ 357426 h 528071"/>
                <a:gd name="connsiteX13" fmla="*/ 357389 w 374152"/>
                <a:gd name="connsiteY13" fmla="*/ 392843 h 528071"/>
                <a:gd name="connsiteX14" fmla="*/ 302654 w 374152"/>
                <a:gd name="connsiteY14" fmla="*/ 437919 h 528071"/>
                <a:gd name="connsiteX15" fmla="*/ 283335 w 374152"/>
                <a:gd name="connsiteY15" fmla="*/ 489435 h 528071"/>
                <a:gd name="connsiteX16" fmla="*/ 296214 w 374152"/>
                <a:gd name="connsiteY16" fmla="*/ 528071 h 528071"/>
                <a:gd name="connsiteX0" fmla="*/ 0 w 374152"/>
                <a:gd name="connsiteY0" fmla="*/ 376745 h 528071"/>
                <a:gd name="connsiteX1" fmla="*/ 22538 w 374152"/>
                <a:gd name="connsiteY1" fmla="*/ 257615 h 528071"/>
                <a:gd name="connsiteX2" fmla="*/ 57955 w 374152"/>
                <a:gd name="connsiteY2" fmla="*/ 157804 h 528071"/>
                <a:gd name="connsiteX3" fmla="*/ 61175 w 374152"/>
                <a:gd name="connsiteY3" fmla="*/ 80531 h 528071"/>
                <a:gd name="connsiteX4" fmla="*/ 77273 w 374152"/>
                <a:gd name="connsiteY4" fmla="*/ 25795 h 528071"/>
                <a:gd name="connsiteX5" fmla="*/ 138448 w 374152"/>
                <a:gd name="connsiteY5" fmla="*/ 38 h 528071"/>
                <a:gd name="connsiteX6" fmla="*/ 228600 w 374152"/>
                <a:gd name="connsiteY6" fmla="*/ 25795 h 528071"/>
                <a:gd name="connsiteX7" fmla="*/ 280116 w 374152"/>
                <a:gd name="connsiteY7" fmla="*/ 109508 h 528071"/>
                <a:gd name="connsiteX8" fmla="*/ 241479 w 374152"/>
                <a:gd name="connsiteY8" fmla="*/ 190001 h 528071"/>
                <a:gd name="connsiteX9" fmla="*/ 273676 w 374152"/>
                <a:gd name="connsiteY9" fmla="*/ 244736 h 528071"/>
                <a:gd name="connsiteX10" fmla="*/ 280116 w 374152"/>
                <a:gd name="connsiteY10" fmla="*/ 267274 h 528071"/>
                <a:gd name="connsiteX11" fmla="*/ 334851 w 374152"/>
                <a:gd name="connsiteY11" fmla="*/ 305911 h 528071"/>
                <a:gd name="connsiteX12" fmla="*/ 373488 w 374152"/>
                <a:gd name="connsiteY12" fmla="*/ 357426 h 528071"/>
                <a:gd name="connsiteX13" fmla="*/ 357389 w 374152"/>
                <a:gd name="connsiteY13" fmla="*/ 392843 h 528071"/>
                <a:gd name="connsiteX14" fmla="*/ 302654 w 374152"/>
                <a:gd name="connsiteY14" fmla="*/ 437919 h 528071"/>
                <a:gd name="connsiteX15" fmla="*/ 283335 w 374152"/>
                <a:gd name="connsiteY15" fmla="*/ 489435 h 528071"/>
                <a:gd name="connsiteX16" fmla="*/ 296214 w 374152"/>
                <a:gd name="connsiteY16" fmla="*/ 528071 h 528071"/>
                <a:gd name="connsiteX0" fmla="*/ 0 w 374152"/>
                <a:gd name="connsiteY0" fmla="*/ 376745 h 528071"/>
                <a:gd name="connsiteX1" fmla="*/ 22538 w 374152"/>
                <a:gd name="connsiteY1" fmla="*/ 257615 h 528071"/>
                <a:gd name="connsiteX2" fmla="*/ 57955 w 374152"/>
                <a:gd name="connsiteY2" fmla="*/ 157804 h 528071"/>
                <a:gd name="connsiteX3" fmla="*/ 61175 w 374152"/>
                <a:gd name="connsiteY3" fmla="*/ 80531 h 528071"/>
                <a:gd name="connsiteX4" fmla="*/ 77273 w 374152"/>
                <a:gd name="connsiteY4" fmla="*/ 25795 h 528071"/>
                <a:gd name="connsiteX5" fmla="*/ 138448 w 374152"/>
                <a:gd name="connsiteY5" fmla="*/ 38 h 528071"/>
                <a:gd name="connsiteX6" fmla="*/ 228600 w 374152"/>
                <a:gd name="connsiteY6" fmla="*/ 25795 h 528071"/>
                <a:gd name="connsiteX7" fmla="*/ 280116 w 374152"/>
                <a:gd name="connsiteY7" fmla="*/ 109508 h 528071"/>
                <a:gd name="connsiteX8" fmla="*/ 241479 w 374152"/>
                <a:gd name="connsiteY8" fmla="*/ 190001 h 528071"/>
                <a:gd name="connsiteX9" fmla="*/ 273676 w 374152"/>
                <a:gd name="connsiteY9" fmla="*/ 244736 h 528071"/>
                <a:gd name="connsiteX10" fmla="*/ 280116 w 374152"/>
                <a:gd name="connsiteY10" fmla="*/ 267274 h 528071"/>
                <a:gd name="connsiteX11" fmla="*/ 334851 w 374152"/>
                <a:gd name="connsiteY11" fmla="*/ 305911 h 528071"/>
                <a:gd name="connsiteX12" fmla="*/ 373488 w 374152"/>
                <a:gd name="connsiteY12" fmla="*/ 357426 h 528071"/>
                <a:gd name="connsiteX13" fmla="*/ 357389 w 374152"/>
                <a:gd name="connsiteY13" fmla="*/ 392843 h 528071"/>
                <a:gd name="connsiteX14" fmla="*/ 302654 w 374152"/>
                <a:gd name="connsiteY14" fmla="*/ 437919 h 528071"/>
                <a:gd name="connsiteX15" fmla="*/ 283335 w 374152"/>
                <a:gd name="connsiteY15" fmla="*/ 489435 h 528071"/>
                <a:gd name="connsiteX16" fmla="*/ 296214 w 374152"/>
                <a:gd name="connsiteY16" fmla="*/ 528071 h 528071"/>
                <a:gd name="connsiteX0" fmla="*/ 0 w 374152"/>
                <a:gd name="connsiteY0" fmla="*/ 376745 h 528071"/>
                <a:gd name="connsiteX1" fmla="*/ 22538 w 374152"/>
                <a:gd name="connsiteY1" fmla="*/ 257615 h 528071"/>
                <a:gd name="connsiteX2" fmla="*/ 57955 w 374152"/>
                <a:gd name="connsiteY2" fmla="*/ 157804 h 528071"/>
                <a:gd name="connsiteX3" fmla="*/ 61175 w 374152"/>
                <a:gd name="connsiteY3" fmla="*/ 80531 h 528071"/>
                <a:gd name="connsiteX4" fmla="*/ 77273 w 374152"/>
                <a:gd name="connsiteY4" fmla="*/ 25795 h 528071"/>
                <a:gd name="connsiteX5" fmla="*/ 138448 w 374152"/>
                <a:gd name="connsiteY5" fmla="*/ 38 h 528071"/>
                <a:gd name="connsiteX6" fmla="*/ 228600 w 374152"/>
                <a:gd name="connsiteY6" fmla="*/ 25795 h 528071"/>
                <a:gd name="connsiteX7" fmla="*/ 280116 w 374152"/>
                <a:gd name="connsiteY7" fmla="*/ 109508 h 528071"/>
                <a:gd name="connsiteX8" fmla="*/ 241479 w 374152"/>
                <a:gd name="connsiteY8" fmla="*/ 190001 h 528071"/>
                <a:gd name="connsiteX9" fmla="*/ 273676 w 374152"/>
                <a:gd name="connsiteY9" fmla="*/ 244736 h 528071"/>
                <a:gd name="connsiteX10" fmla="*/ 280116 w 374152"/>
                <a:gd name="connsiteY10" fmla="*/ 267274 h 528071"/>
                <a:gd name="connsiteX11" fmla="*/ 334851 w 374152"/>
                <a:gd name="connsiteY11" fmla="*/ 305911 h 528071"/>
                <a:gd name="connsiteX12" fmla="*/ 373488 w 374152"/>
                <a:gd name="connsiteY12" fmla="*/ 357426 h 528071"/>
                <a:gd name="connsiteX13" fmla="*/ 357389 w 374152"/>
                <a:gd name="connsiteY13" fmla="*/ 392843 h 528071"/>
                <a:gd name="connsiteX14" fmla="*/ 302654 w 374152"/>
                <a:gd name="connsiteY14" fmla="*/ 437919 h 528071"/>
                <a:gd name="connsiteX15" fmla="*/ 283335 w 374152"/>
                <a:gd name="connsiteY15" fmla="*/ 489435 h 528071"/>
                <a:gd name="connsiteX16" fmla="*/ 296214 w 374152"/>
                <a:gd name="connsiteY16" fmla="*/ 528071 h 528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74152" h="528071">
                  <a:moveTo>
                    <a:pt x="0" y="376745"/>
                  </a:moveTo>
                  <a:cubicBezTo>
                    <a:pt x="7513" y="337035"/>
                    <a:pt x="12879" y="294105"/>
                    <a:pt x="22538" y="257615"/>
                  </a:cubicBezTo>
                  <a:cubicBezTo>
                    <a:pt x="32197" y="221125"/>
                    <a:pt x="56882" y="183562"/>
                    <a:pt x="57955" y="157804"/>
                  </a:cubicBezTo>
                  <a:lnTo>
                    <a:pt x="61175" y="80531"/>
                  </a:lnTo>
                  <a:cubicBezTo>
                    <a:pt x="64395" y="58530"/>
                    <a:pt x="64394" y="39210"/>
                    <a:pt x="77273" y="25795"/>
                  </a:cubicBezTo>
                  <a:cubicBezTo>
                    <a:pt x="90152" y="12380"/>
                    <a:pt x="113227" y="38"/>
                    <a:pt x="138448" y="38"/>
                  </a:cubicBezTo>
                  <a:cubicBezTo>
                    <a:pt x="163669" y="38"/>
                    <a:pt x="211428" y="-2109"/>
                    <a:pt x="228600" y="25795"/>
                  </a:cubicBezTo>
                  <a:lnTo>
                    <a:pt x="280116" y="109508"/>
                  </a:lnTo>
                  <a:cubicBezTo>
                    <a:pt x="282262" y="136876"/>
                    <a:pt x="230747" y="171756"/>
                    <a:pt x="241479" y="190001"/>
                  </a:cubicBezTo>
                  <a:lnTo>
                    <a:pt x="273676" y="244736"/>
                  </a:lnTo>
                  <a:cubicBezTo>
                    <a:pt x="280115" y="257615"/>
                    <a:pt x="261871" y="254395"/>
                    <a:pt x="280116" y="267274"/>
                  </a:cubicBezTo>
                  <a:lnTo>
                    <a:pt x="334851" y="305911"/>
                  </a:lnTo>
                  <a:cubicBezTo>
                    <a:pt x="350413" y="320936"/>
                    <a:pt x="378854" y="345620"/>
                    <a:pt x="373488" y="357426"/>
                  </a:cubicBezTo>
                  <a:lnTo>
                    <a:pt x="357389" y="392843"/>
                  </a:lnTo>
                  <a:cubicBezTo>
                    <a:pt x="345583" y="406259"/>
                    <a:pt x="309094" y="420747"/>
                    <a:pt x="302654" y="437919"/>
                  </a:cubicBezTo>
                  <a:lnTo>
                    <a:pt x="283335" y="489435"/>
                  </a:lnTo>
                  <a:cubicBezTo>
                    <a:pt x="276895" y="506607"/>
                    <a:pt x="291921" y="515192"/>
                    <a:pt x="296214" y="528071"/>
                  </a:cubicBezTo>
                </a:path>
              </a:pathLst>
            </a:custGeom>
            <a:noFill/>
            <a:ln w="34925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ES"/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BA6210A5-5BB1-0576-A20B-362148C88BB5}"/>
                </a:ext>
              </a:extLst>
            </p:cNvPr>
            <p:cNvSpPr txBox="1"/>
            <p:nvPr/>
          </p:nvSpPr>
          <p:spPr>
            <a:xfrm>
              <a:off x="7977377" y="5246992"/>
              <a:ext cx="1185831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ES"/>
              </a:defPPr>
              <a:lvl1pPr>
                <a:defRPr sz="1200" b="1">
                  <a:solidFill>
                    <a:srgbClr val="C00000"/>
                  </a:solidFill>
                  <a:effectLst>
                    <a:glow rad="178202">
                      <a:schemeClr val="bg1">
                        <a:alpha val="40000"/>
                      </a:schemeClr>
                    </a:glow>
                  </a:effectLst>
                  <a:latin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pPr algn="ctr"/>
              <a:r>
                <a:rPr lang="es-ES" sz="1100" dirty="0">
                  <a:solidFill>
                    <a:srgbClr val="FFC000"/>
                  </a:solidFill>
                  <a:effectLst>
                    <a:glow rad="76200">
                      <a:schemeClr val="bg1"/>
                    </a:glow>
                  </a:effectLst>
                </a:rPr>
                <a:t>Panadera</a:t>
              </a:r>
              <a:endParaRPr lang="en-ES" sz="1100" dirty="0">
                <a:solidFill>
                  <a:srgbClr val="FFC000"/>
                </a:solidFill>
                <a:effectLst>
                  <a:glow rad="76200">
                    <a:schemeClr val="bg1"/>
                  </a:glow>
                </a:effectLst>
              </a:endParaRPr>
            </a:p>
          </p:txBody>
        </p:sp>
      </p:grp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E0695DB4-BD51-E6B8-484B-499514169F2C}"/>
              </a:ext>
            </a:extLst>
          </p:cNvPr>
          <p:cNvGrpSpPr/>
          <p:nvPr/>
        </p:nvGrpSpPr>
        <p:grpSpPr>
          <a:xfrm>
            <a:off x="9163208" y="4597248"/>
            <a:ext cx="1152452" cy="534584"/>
            <a:chOff x="9163208" y="4597248"/>
            <a:chExt cx="1152452" cy="534584"/>
          </a:xfrm>
        </p:grpSpPr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C4E5E47F-10AE-9EB2-FAA4-CB0F4E5891BD}"/>
                </a:ext>
              </a:extLst>
            </p:cNvPr>
            <p:cNvCxnSpPr/>
            <p:nvPr/>
          </p:nvCxnSpPr>
          <p:spPr>
            <a:xfrm flipH="1">
              <a:off x="9163208" y="4597248"/>
              <a:ext cx="383822" cy="416899"/>
            </a:xfrm>
            <a:prstGeom prst="straightConnector1">
              <a:avLst/>
            </a:prstGeom>
            <a:noFill/>
            <a:ln w="34925">
              <a:solidFill>
                <a:srgbClr val="00B050"/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DEB096EC-6AD9-4F62-84B7-E4DA0E4A2FEC}"/>
                </a:ext>
              </a:extLst>
            </p:cNvPr>
            <p:cNvCxnSpPr>
              <a:cxnSpLocks/>
              <a:stCxn id="63" idx="2"/>
            </p:cNvCxnSpPr>
            <p:nvPr/>
          </p:nvCxnSpPr>
          <p:spPr>
            <a:xfrm>
              <a:off x="9635587" y="4628330"/>
              <a:ext cx="75972" cy="503502"/>
            </a:xfrm>
            <a:prstGeom prst="straightConnector1">
              <a:avLst/>
            </a:prstGeom>
            <a:noFill/>
            <a:ln w="34925">
              <a:solidFill>
                <a:srgbClr val="00B050"/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745C13CC-538D-605F-D819-0B0588DD504F}"/>
                </a:ext>
              </a:extLst>
            </p:cNvPr>
            <p:cNvCxnSpPr>
              <a:cxnSpLocks/>
            </p:cNvCxnSpPr>
            <p:nvPr/>
          </p:nvCxnSpPr>
          <p:spPr>
            <a:xfrm>
              <a:off x="9768839" y="4610473"/>
              <a:ext cx="546821" cy="445541"/>
            </a:xfrm>
            <a:prstGeom prst="straightConnector1">
              <a:avLst/>
            </a:prstGeom>
            <a:noFill/>
            <a:ln w="34925">
              <a:solidFill>
                <a:srgbClr val="00B050"/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8A7EEBF6-BD42-61F8-2601-D87B73537EF7}"/>
              </a:ext>
            </a:extLst>
          </p:cNvPr>
          <p:cNvCxnSpPr>
            <a:cxnSpLocks/>
          </p:cNvCxnSpPr>
          <p:nvPr/>
        </p:nvCxnSpPr>
        <p:spPr>
          <a:xfrm>
            <a:off x="9866938" y="5740693"/>
            <a:ext cx="318856" cy="0"/>
          </a:xfrm>
          <a:prstGeom prst="straightConnector1">
            <a:avLst/>
          </a:prstGeom>
          <a:noFill/>
          <a:ln w="15875">
            <a:solidFill>
              <a:schemeClr val="accent5">
                <a:lumMod val="60000"/>
                <a:lumOff val="40000"/>
              </a:schemeClr>
            </a:solidFill>
            <a:headEnd type="triangle"/>
            <a:tailEnd type="triangle"/>
          </a:ln>
          <a:effectLst>
            <a:glow rad="25400">
              <a:schemeClr val="bg1">
                <a:alpha val="87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0" name="Freeform 149">
            <a:extLst>
              <a:ext uri="{FF2B5EF4-FFF2-40B4-BE49-F238E27FC236}">
                <a16:creationId xmlns:a16="http://schemas.microsoft.com/office/drawing/2014/main" id="{212DDC33-9A9F-79B5-CB77-9489756C6001}"/>
              </a:ext>
            </a:extLst>
          </p:cNvPr>
          <p:cNvSpPr/>
          <p:nvPr/>
        </p:nvSpPr>
        <p:spPr>
          <a:xfrm>
            <a:off x="9089312" y="5603915"/>
            <a:ext cx="622247" cy="157143"/>
          </a:xfrm>
          <a:custGeom>
            <a:avLst/>
            <a:gdLst>
              <a:gd name="connsiteX0" fmla="*/ 622247 w 622247"/>
              <a:gd name="connsiteY0" fmla="*/ 98649 h 157143"/>
              <a:gd name="connsiteX1" fmla="*/ 436332 w 622247"/>
              <a:gd name="connsiteY1" fmla="*/ 151767 h 157143"/>
              <a:gd name="connsiteX2" fmla="*/ 216269 w 622247"/>
              <a:gd name="connsiteY2" fmla="*/ 144179 h 157143"/>
              <a:gd name="connsiteX3" fmla="*/ 64501 w 622247"/>
              <a:gd name="connsiteY3" fmla="*/ 53118 h 157143"/>
              <a:gd name="connsiteX4" fmla="*/ 0 w 622247"/>
              <a:gd name="connsiteY4" fmla="*/ 0 h 157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2247" h="157143">
                <a:moveTo>
                  <a:pt x="622247" y="98649"/>
                </a:moveTo>
                <a:cubicBezTo>
                  <a:pt x="563121" y="121414"/>
                  <a:pt x="503995" y="144179"/>
                  <a:pt x="436332" y="151767"/>
                </a:cubicBezTo>
                <a:cubicBezTo>
                  <a:pt x="368669" y="159355"/>
                  <a:pt x="278241" y="160620"/>
                  <a:pt x="216269" y="144179"/>
                </a:cubicBezTo>
                <a:cubicBezTo>
                  <a:pt x="154297" y="127738"/>
                  <a:pt x="100546" y="77148"/>
                  <a:pt x="64501" y="53118"/>
                </a:cubicBezTo>
                <a:cubicBezTo>
                  <a:pt x="28456" y="29088"/>
                  <a:pt x="14228" y="14544"/>
                  <a:pt x="0" y="0"/>
                </a:cubicBezTo>
              </a:path>
            </a:pathLst>
          </a:custGeom>
          <a:noFill/>
          <a:ln w="25400">
            <a:solidFill>
              <a:schemeClr val="accent5">
                <a:lumMod val="40000"/>
                <a:lumOff val="60000"/>
              </a:schemeClr>
            </a:solidFill>
            <a:prstDash val="sysDash"/>
            <a:headEnd type="triangle"/>
            <a:tailEnd type="triangle"/>
          </a:ln>
          <a:effectLst>
            <a:glow rad="38100">
              <a:schemeClr val="bg1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C240D75F-7F32-6CB8-067C-75D9CDA68E09}"/>
              </a:ext>
            </a:extLst>
          </p:cNvPr>
          <p:cNvSpPr txBox="1"/>
          <p:nvPr/>
        </p:nvSpPr>
        <p:spPr>
          <a:xfrm>
            <a:off x="10195907" y="5797948"/>
            <a:ext cx="9591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ES"/>
            </a:defPPr>
            <a:lvl1pPr algn="ctr">
              <a:defRPr sz="1100" b="1">
                <a:solidFill>
                  <a:srgbClr val="00B0F0"/>
                </a:solidFill>
                <a:effectLst>
                  <a:glow rad="178202">
                    <a:schemeClr val="bg1"/>
                  </a:glow>
                </a:effectLst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" dirty="0"/>
              <a:t>Amistad</a:t>
            </a:r>
            <a:endParaRPr lang="en-ES" dirty="0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0B08A102-A23A-6DEB-523E-30759CA26996}"/>
              </a:ext>
            </a:extLst>
          </p:cNvPr>
          <p:cNvSpPr txBox="1"/>
          <p:nvPr/>
        </p:nvSpPr>
        <p:spPr>
          <a:xfrm>
            <a:off x="10761161" y="4574679"/>
            <a:ext cx="9591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ES"/>
            </a:defPPr>
            <a:lvl1pPr algn="ctr">
              <a:defRPr sz="1100" b="1">
                <a:solidFill>
                  <a:srgbClr val="00B0F0"/>
                </a:solidFill>
                <a:effectLst>
                  <a:glow rad="178202">
                    <a:schemeClr val="bg1"/>
                  </a:glow>
                </a:effectLst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" dirty="0"/>
              <a:t>Solidaridad</a:t>
            </a:r>
            <a:endParaRPr lang="en-E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976BD99-66B2-2090-57AA-12BFF136DACA}"/>
              </a:ext>
            </a:extLst>
          </p:cNvPr>
          <p:cNvGrpSpPr/>
          <p:nvPr/>
        </p:nvGrpSpPr>
        <p:grpSpPr>
          <a:xfrm>
            <a:off x="1011979" y="4373423"/>
            <a:ext cx="951863" cy="909594"/>
            <a:chOff x="1011979" y="4779808"/>
            <a:chExt cx="951863" cy="909594"/>
          </a:xfrm>
        </p:grpSpPr>
        <p:grpSp>
          <p:nvGrpSpPr>
            <p:cNvPr id="188" name="Group 187">
              <a:extLst>
                <a:ext uri="{FF2B5EF4-FFF2-40B4-BE49-F238E27FC236}">
                  <a16:creationId xmlns:a16="http://schemas.microsoft.com/office/drawing/2014/main" id="{1C064315-0BEC-F70F-3455-965B569332DA}"/>
                </a:ext>
              </a:extLst>
            </p:cNvPr>
            <p:cNvGrpSpPr/>
            <p:nvPr/>
          </p:nvGrpSpPr>
          <p:grpSpPr>
            <a:xfrm>
              <a:off x="1276930" y="4779808"/>
              <a:ext cx="458970" cy="537840"/>
              <a:chOff x="2874443" y="5911403"/>
              <a:chExt cx="458970" cy="537840"/>
            </a:xfrm>
          </p:grpSpPr>
          <p:cxnSp>
            <p:nvCxnSpPr>
              <p:cNvPr id="175" name="Straight Arrow Connector 174">
                <a:extLst>
                  <a:ext uri="{FF2B5EF4-FFF2-40B4-BE49-F238E27FC236}">
                    <a16:creationId xmlns:a16="http://schemas.microsoft.com/office/drawing/2014/main" id="{CB11F3DE-CDB6-7882-4135-A323AC7A2B9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935192" y="5976109"/>
                <a:ext cx="176216" cy="207634"/>
              </a:xfrm>
              <a:prstGeom prst="straightConnector1">
                <a:avLst/>
              </a:prstGeom>
              <a:noFill/>
              <a:ln w="28575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7" name="Straight Arrow Connector 176">
                <a:extLst>
                  <a:ext uri="{FF2B5EF4-FFF2-40B4-BE49-F238E27FC236}">
                    <a16:creationId xmlns:a16="http://schemas.microsoft.com/office/drawing/2014/main" id="{682EFE19-53FE-2415-CC27-6DF4C1FC866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09167" y="5911403"/>
                <a:ext cx="0" cy="273076"/>
              </a:xfrm>
              <a:prstGeom prst="straightConnector1">
                <a:avLst/>
              </a:prstGeom>
              <a:noFill/>
              <a:ln w="28575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9" name="Straight Arrow Connector 178">
                <a:extLst>
                  <a:ext uri="{FF2B5EF4-FFF2-40B4-BE49-F238E27FC236}">
                    <a16:creationId xmlns:a16="http://schemas.microsoft.com/office/drawing/2014/main" id="{EE80B8AE-85F4-3580-1668-225886E9721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09167" y="5969358"/>
                <a:ext cx="164156" cy="210750"/>
              </a:xfrm>
              <a:prstGeom prst="straightConnector1">
                <a:avLst/>
              </a:prstGeom>
              <a:noFill/>
              <a:ln w="28575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grpSp>
            <p:nvGrpSpPr>
              <p:cNvPr id="184" name="Group 183">
                <a:extLst>
                  <a:ext uri="{FF2B5EF4-FFF2-40B4-BE49-F238E27FC236}">
                    <a16:creationId xmlns:a16="http://schemas.microsoft.com/office/drawing/2014/main" id="{747A422B-F8EA-0BA4-DDFD-747348DB1F68}"/>
                  </a:ext>
                </a:extLst>
              </p:cNvPr>
              <p:cNvGrpSpPr/>
              <p:nvPr/>
            </p:nvGrpSpPr>
            <p:grpSpPr>
              <a:xfrm flipV="1">
                <a:off x="2935192" y="6176167"/>
                <a:ext cx="338131" cy="273076"/>
                <a:chOff x="3087592" y="6063803"/>
                <a:chExt cx="338131" cy="273076"/>
              </a:xfrm>
            </p:grpSpPr>
            <p:cxnSp>
              <p:nvCxnSpPr>
                <p:cNvPr id="181" name="Straight Arrow Connector 180">
                  <a:extLst>
                    <a:ext uri="{FF2B5EF4-FFF2-40B4-BE49-F238E27FC236}">
                      <a16:creationId xmlns:a16="http://schemas.microsoft.com/office/drawing/2014/main" id="{D30C7BCB-16A6-01A9-3020-2E8F2AE9CB6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087592" y="6128509"/>
                  <a:ext cx="176216" cy="207634"/>
                </a:xfrm>
                <a:prstGeom prst="straightConnector1">
                  <a:avLst/>
                </a:prstGeom>
                <a:noFill/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82" name="Straight Arrow Connector 181">
                  <a:extLst>
                    <a:ext uri="{FF2B5EF4-FFF2-40B4-BE49-F238E27FC236}">
                      <a16:creationId xmlns:a16="http://schemas.microsoft.com/office/drawing/2014/main" id="{D0828C64-D729-6B95-2536-08FC243646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61567" y="6063803"/>
                  <a:ext cx="0" cy="273076"/>
                </a:xfrm>
                <a:prstGeom prst="straightConnector1">
                  <a:avLst/>
                </a:prstGeom>
                <a:noFill/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83" name="Straight Arrow Connector 182">
                  <a:extLst>
                    <a:ext uri="{FF2B5EF4-FFF2-40B4-BE49-F238E27FC236}">
                      <a16:creationId xmlns:a16="http://schemas.microsoft.com/office/drawing/2014/main" id="{41C71A7C-7A59-9CBA-EC19-9DC9021777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61567" y="6121758"/>
                  <a:ext cx="164156" cy="210750"/>
                </a:xfrm>
                <a:prstGeom prst="straightConnector1">
                  <a:avLst/>
                </a:prstGeom>
                <a:noFill/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  <p:cxnSp>
            <p:nvCxnSpPr>
              <p:cNvPr id="185" name="Straight Arrow Connector 184">
                <a:extLst>
                  <a:ext uri="{FF2B5EF4-FFF2-40B4-BE49-F238E27FC236}">
                    <a16:creationId xmlns:a16="http://schemas.microsoft.com/office/drawing/2014/main" id="{1B515C4F-490C-D2E4-9BD1-671C07580B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09167" y="6175846"/>
                <a:ext cx="224246" cy="0"/>
              </a:xfrm>
              <a:prstGeom prst="straightConnector1">
                <a:avLst/>
              </a:prstGeom>
              <a:noFill/>
              <a:ln w="28575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87" name="Straight Arrow Connector 186">
                <a:extLst>
                  <a:ext uri="{FF2B5EF4-FFF2-40B4-BE49-F238E27FC236}">
                    <a16:creationId xmlns:a16="http://schemas.microsoft.com/office/drawing/2014/main" id="{3C58E437-FCF1-1FAE-D47C-B9ECF3164A0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74443" y="6173699"/>
                <a:ext cx="224246" cy="0"/>
              </a:xfrm>
              <a:prstGeom prst="straightConnector1">
                <a:avLst/>
              </a:prstGeom>
              <a:noFill/>
              <a:ln w="28575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FB859789-694D-2AAC-AC0C-CBCFC37C1F30}"/>
                </a:ext>
              </a:extLst>
            </p:cNvPr>
            <p:cNvSpPr txBox="1"/>
            <p:nvPr/>
          </p:nvSpPr>
          <p:spPr>
            <a:xfrm>
              <a:off x="1011979" y="5258515"/>
              <a:ext cx="95186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ES"/>
              </a:defPPr>
              <a:lvl1pPr>
                <a:defRPr sz="1200" b="1">
                  <a:solidFill>
                    <a:srgbClr val="C00000"/>
                  </a:solidFill>
                  <a:effectLst>
                    <a:glow rad="178202">
                      <a:schemeClr val="bg1">
                        <a:alpha val="40000"/>
                      </a:schemeClr>
                    </a:glow>
                  </a:effectLst>
                  <a:latin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pPr algn="ctr"/>
              <a:r>
                <a:rPr lang="en-ES" sz="1100" dirty="0">
                  <a:solidFill>
                    <a:schemeClr val="tx1"/>
                  </a:solidFill>
                </a:rPr>
                <a:t>Células cancerígenas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F0DD0F9-7197-C565-BCEF-3A32A647AEAB}"/>
              </a:ext>
            </a:extLst>
          </p:cNvPr>
          <p:cNvGrpSpPr/>
          <p:nvPr/>
        </p:nvGrpSpPr>
        <p:grpSpPr>
          <a:xfrm>
            <a:off x="6082008" y="3494034"/>
            <a:ext cx="951863" cy="895535"/>
            <a:chOff x="6082008" y="3687991"/>
            <a:chExt cx="951863" cy="895535"/>
          </a:xfrm>
        </p:grpSpPr>
        <p:grpSp>
          <p:nvGrpSpPr>
            <p:cNvPr id="189" name="Group 188">
              <a:extLst>
                <a:ext uri="{FF2B5EF4-FFF2-40B4-BE49-F238E27FC236}">
                  <a16:creationId xmlns:a16="http://schemas.microsoft.com/office/drawing/2014/main" id="{B99C1879-F6BB-E926-9658-8F8E873B13AE}"/>
                </a:ext>
              </a:extLst>
            </p:cNvPr>
            <p:cNvGrpSpPr/>
            <p:nvPr/>
          </p:nvGrpSpPr>
          <p:grpSpPr>
            <a:xfrm>
              <a:off x="6328114" y="3687991"/>
              <a:ext cx="458970" cy="537840"/>
              <a:chOff x="2874443" y="5911403"/>
              <a:chExt cx="458970" cy="537840"/>
            </a:xfrm>
          </p:grpSpPr>
          <p:cxnSp>
            <p:nvCxnSpPr>
              <p:cNvPr id="190" name="Straight Arrow Connector 189">
                <a:extLst>
                  <a:ext uri="{FF2B5EF4-FFF2-40B4-BE49-F238E27FC236}">
                    <a16:creationId xmlns:a16="http://schemas.microsoft.com/office/drawing/2014/main" id="{A731159E-3E5B-167C-68AD-043D60C763A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935192" y="5976109"/>
                <a:ext cx="176216" cy="207634"/>
              </a:xfrm>
              <a:prstGeom prst="straightConnector1">
                <a:avLst/>
              </a:prstGeom>
              <a:noFill/>
              <a:ln w="28575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91" name="Straight Arrow Connector 190">
                <a:extLst>
                  <a:ext uri="{FF2B5EF4-FFF2-40B4-BE49-F238E27FC236}">
                    <a16:creationId xmlns:a16="http://schemas.microsoft.com/office/drawing/2014/main" id="{05D5B4E2-4500-A739-DE51-A47F032F4D3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09167" y="5911403"/>
                <a:ext cx="0" cy="273076"/>
              </a:xfrm>
              <a:prstGeom prst="straightConnector1">
                <a:avLst/>
              </a:prstGeom>
              <a:noFill/>
              <a:ln w="28575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92" name="Straight Arrow Connector 191">
                <a:extLst>
                  <a:ext uri="{FF2B5EF4-FFF2-40B4-BE49-F238E27FC236}">
                    <a16:creationId xmlns:a16="http://schemas.microsoft.com/office/drawing/2014/main" id="{C4747BC2-B06B-F195-4CB9-BBE64B9EA01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09167" y="5969358"/>
                <a:ext cx="164156" cy="210750"/>
              </a:xfrm>
              <a:prstGeom prst="straightConnector1">
                <a:avLst/>
              </a:prstGeom>
              <a:noFill/>
              <a:ln w="28575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grpSp>
            <p:nvGrpSpPr>
              <p:cNvPr id="193" name="Group 192">
                <a:extLst>
                  <a:ext uri="{FF2B5EF4-FFF2-40B4-BE49-F238E27FC236}">
                    <a16:creationId xmlns:a16="http://schemas.microsoft.com/office/drawing/2014/main" id="{F2322F6B-397A-6C4D-9D47-C3730B5B0DFE}"/>
                  </a:ext>
                </a:extLst>
              </p:cNvPr>
              <p:cNvGrpSpPr/>
              <p:nvPr/>
            </p:nvGrpSpPr>
            <p:grpSpPr>
              <a:xfrm flipV="1">
                <a:off x="2935192" y="6176167"/>
                <a:ext cx="338131" cy="273076"/>
                <a:chOff x="3087592" y="6063803"/>
                <a:chExt cx="338131" cy="273076"/>
              </a:xfrm>
            </p:grpSpPr>
            <p:cxnSp>
              <p:nvCxnSpPr>
                <p:cNvPr id="196" name="Straight Arrow Connector 195">
                  <a:extLst>
                    <a:ext uri="{FF2B5EF4-FFF2-40B4-BE49-F238E27FC236}">
                      <a16:creationId xmlns:a16="http://schemas.microsoft.com/office/drawing/2014/main" id="{141EBB9D-5332-14E2-2860-05CBF829934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087592" y="6128509"/>
                  <a:ext cx="176216" cy="207634"/>
                </a:xfrm>
                <a:prstGeom prst="straightConnector1">
                  <a:avLst/>
                </a:prstGeom>
                <a:noFill/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97" name="Straight Arrow Connector 196">
                  <a:extLst>
                    <a:ext uri="{FF2B5EF4-FFF2-40B4-BE49-F238E27FC236}">
                      <a16:creationId xmlns:a16="http://schemas.microsoft.com/office/drawing/2014/main" id="{DF1C7676-5115-2419-9022-03019261E39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61567" y="6063803"/>
                  <a:ext cx="0" cy="273076"/>
                </a:xfrm>
                <a:prstGeom prst="straightConnector1">
                  <a:avLst/>
                </a:prstGeom>
                <a:noFill/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98" name="Straight Arrow Connector 197">
                  <a:extLst>
                    <a:ext uri="{FF2B5EF4-FFF2-40B4-BE49-F238E27FC236}">
                      <a16:creationId xmlns:a16="http://schemas.microsoft.com/office/drawing/2014/main" id="{9995C068-B9E0-75A5-663B-9B1DFED8E7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61567" y="6121758"/>
                  <a:ext cx="164156" cy="210750"/>
                </a:xfrm>
                <a:prstGeom prst="straightConnector1">
                  <a:avLst/>
                </a:prstGeom>
                <a:noFill/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  <p:cxnSp>
            <p:nvCxnSpPr>
              <p:cNvPr id="194" name="Straight Arrow Connector 193">
                <a:extLst>
                  <a:ext uri="{FF2B5EF4-FFF2-40B4-BE49-F238E27FC236}">
                    <a16:creationId xmlns:a16="http://schemas.microsoft.com/office/drawing/2014/main" id="{446FCCD3-12FE-D265-CA87-E8AC3F2354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09167" y="6175846"/>
                <a:ext cx="224246" cy="0"/>
              </a:xfrm>
              <a:prstGeom prst="straightConnector1">
                <a:avLst/>
              </a:prstGeom>
              <a:noFill/>
              <a:ln w="28575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95" name="Straight Arrow Connector 194">
                <a:extLst>
                  <a:ext uri="{FF2B5EF4-FFF2-40B4-BE49-F238E27FC236}">
                    <a16:creationId xmlns:a16="http://schemas.microsoft.com/office/drawing/2014/main" id="{6FA1A250-EDBF-DD43-3866-A94855C73E4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74443" y="6173699"/>
                <a:ext cx="224246" cy="0"/>
              </a:xfrm>
              <a:prstGeom prst="straightConnector1">
                <a:avLst/>
              </a:prstGeom>
              <a:noFill/>
              <a:ln w="28575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179DA39E-015F-935D-612D-31FB40F48DAA}"/>
                </a:ext>
              </a:extLst>
            </p:cNvPr>
            <p:cNvSpPr txBox="1"/>
            <p:nvPr/>
          </p:nvSpPr>
          <p:spPr>
            <a:xfrm>
              <a:off x="6082008" y="4152639"/>
              <a:ext cx="95186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ES"/>
              </a:defPPr>
              <a:lvl1pPr>
                <a:defRPr sz="1200" b="1">
                  <a:solidFill>
                    <a:srgbClr val="C00000"/>
                  </a:solidFill>
                  <a:effectLst>
                    <a:glow rad="178202">
                      <a:schemeClr val="bg1">
                        <a:alpha val="40000"/>
                      </a:schemeClr>
                    </a:glow>
                  </a:effectLst>
                  <a:latin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pPr algn="ctr"/>
              <a:r>
                <a:rPr lang="en-ES" sz="1100" dirty="0">
                  <a:solidFill>
                    <a:schemeClr val="tx1"/>
                  </a:solidFill>
                </a:rPr>
                <a:t>Especie invasora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100D1B9-D293-A0C1-CE1D-D4E996E1FB9A}"/>
              </a:ext>
            </a:extLst>
          </p:cNvPr>
          <p:cNvGrpSpPr/>
          <p:nvPr/>
        </p:nvGrpSpPr>
        <p:grpSpPr>
          <a:xfrm>
            <a:off x="9304504" y="5031789"/>
            <a:ext cx="1402140" cy="537840"/>
            <a:chOff x="9304504" y="5225746"/>
            <a:chExt cx="1402140" cy="537840"/>
          </a:xfrm>
        </p:grpSpPr>
        <p:grpSp>
          <p:nvGrpSpPr>
            <p:cNvPr id="199" name="Group 198">
              <a:extLst>
                <a:ext uri="{FF2B5EF4-FFF2-40B4-BE49-F238E27FC236}">
                  <a16:creationId xmlns:a16="http://schemas.microsoft.com/office/drawing/2014/main" id="{72C66DB2-9F00-3034-B723-33FAC4ECEE25}"/>
                </a:ext>
              </a:extLst>
            </p:cNvPr>
            <p:cNvGrpSpPr/>
            <p:nvPr/>
          </p:nvGrpSpPr>
          <p:grpSpPr>
            <a:xfrm>
              <a:off x="10247674" y="5225746"/>
              <a:ext cx="458970" cy="537840"/>
              <a:chOff x="2874443" y="5911403"/>
              <a:chExt cx="458970" cy="537840"/>
            </a:xfrm>
          </p:grpSpPr>
          <p:cxnSp>
            <p:nvCxnSpPr>
              <p:cNvPr id="200" name="Straight Arrow Connector 199">
                <a:extLst>
                  <a:ext uri="{FF2B5EF4-FFF2-40B4-BE49-F238E27FC236}">
                    <a16:creationId xmlns:a16="http://schemas.microsoft.com/office/drawing/2014/main" id="{A3C80B76-0D67-0379-52A9-865E384F446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935192" y="5976109"/>
                <a:ext cx="176216" cy="207634"/>
              </a:xfrm>
              <a:prstGeom prst="straightConnector1">
                <a:avLst/>
              </a:prstGeom>
              <a:noFill/>
              <a:ln w="28575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01" name="Straight Arrow Connector 200">
                <a:extLst>
                  <a:ext uri="{FF2B5EF4-FFF2-40B4-BE49-F238E27FC236}">
                    <a16:creationId xmlns:a16="http://schemas.microsoft.com/office/drawing/2014/main" id="{9689C2FB-62D3-65A6-FC74-B56D7FF17A7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09167" y="5911403"/>
                <a:ext cx="0" cy="273076"/>
              </a:xfrm>
              <a:prstGeom prst="straightConnector1">
                <a:avLst/>
              </a:prstGeom>
              <a:noFill/>
              <a:ln w="28575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02" name="Straight Arrow Connector 201">
                <a:extLst>
                  <a:ext uri="{FF2B5EF4-FFF2-40B4-BE49-F238E27FC236}">
                    <a16:creationId xmlns:a16="http://schemas.microsoft.com/office/drawing/2014/main" id="{BE14B19F-A235-9D90-135F-EB3EEE14D84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09167" y="5969358"/>
                <a:ext cx="164156" cy="210750"/>
              </a:xfrm>
              <a:prstGeom prst="straightConnector1">
                <a:avLst/>
              </a:prstGeom>
              <a:noFill/>
              <a:ln w="28575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grpSp>
            <p:nvGrpSpPr>
              <p:cNvPr id="203" name="Group 202">
                <a:extLst>
                  <a:ext uri="{FF2B5EF4-FFF2-40B4-BE49-F238E27FC236}">
                    <a16:creationId xmlns:a16="http://schemas.microsoft.com/office/drawing/2014/main" id="{9B606722-C45F-566D-6D10-97920628D9D7}"/>
                  </a:ext>
                </a:extLst>
              </p:cNvPr>
              <p:cNvGrpSpPr/>
              <p:nvPr/>
            </p:nvGrpSpPr>
            <p:grpSpPr>
              <a:xfrm flipV="1">
                <a:off x="2935192" y="6176167"/>
                <a:ext cx="338131" cy="273076"/>
                <a:chOff x="3087592" y="6063803"/>
                <a:chExt cx="338131" cy="273076"/>
              </a:xfrm>
            </p:grpSpPr>
            <p:cxnSp>
              <p:nvCxnSpPr>
                <p:cNvPr id="206" name="Straight Arrow Connector 205">
                  <a:extLst>
                    <a:ext uri="{FF2B5EF4-FFF2-40B4-BE49-F238E27FC236}">
                      <a16:creationId xmlns:a16="http://schemas.microsoft.com/office/drawing/2014/main" id="{648CAF3A-0F62-8EBE-B406-4DA349A229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087592" y="6128509"/>
                  <a:ext cx="176216" cy="207634"/>
                </a:xfrm>
                <a:prstGeom prst="straightConnector1">
                  <a:avLst/>
                </a:prstGeom>
                <a:noFill/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07" name="Straight Arrow Connector 206">
                  <a:extLst>
                    <a:ext uri="{FF2B5EF4-FFF2-40B4-BE49-F238E27FC236}">
                      <a16:creationId xmlns:a16="http://schemas.microsoft.com/office/drawing/2014/main" id="{4C772A25-F3A8-499F-5552-728354134FA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61567" y="6063803"/>
                  <a:ext cx="0" cy="273076"/>
                </a:xfrm>
                <a:prstGeom prst="straightConnector1">
                  <a:avLst/>
                </a:prstGeom>
                <a:noFill/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08" name="Straight Arrow Connector 207">
                  <a:extLst>
                    <a:ext uri="{FF2B5EF4-FFF2-40B4-BE49-F238E27FC236}">
                      <a16:creationId xmlns:a16="http://schemas.microsoft.com/office/drawing/2014/main" id="{8C683B11-C74E-8F9F-3198-B1D5BF3BD2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61567" y="6121758"/>
                  <a:ext cx="164156" cy="210750"/>
                </a:xfrm>
                <a:prstGeom prst="straightConnector1">
                  <a:avLst/>
                </a:prstGeom>
                <a:noFill/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  <p:cxnSp>
            <p:nvCxnSpPr>
              <p:cNvPr id="204" name="Straight Arrow Connector 203">
                <a:extLst>
                  <a:ext uri="{FF2B5EF4-FFF2-40B4-BE49-F238E27FC236}">
                    <a16:creationId xmlns:a16="http://schemas.microsoft.com/office/drawing/2014/main" id="{75021D5F-20BA-CC35-2DC6-3F2D8067FBB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09167" y="6175846"/>
                <a:ext cx="224246" cy="0"/>
              </a:xfrm>
              <a:prstGeom prst="straightConnector1">
                <a:avLst/>
              </a:prstGeom>
              <a:noFill/>
              <a:ln w="28575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05" name="Straight Arrow Connector 204">
                <a:extLst>
                  <a:ext uri="{FF2B5EF4-FFF2-40B4-BE49-F238E27FC236}">
                    <a16:creationId xmlns:a16="http://schemas.microsoft.com/office/drawing/2014/main" id="{E09723D3-7CCC-6E33-422B-220AE128362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74443" y="6173699"/>
                <a:ext cx="224246" cy="0"/>
              </a:xfrm>
              <a:prstGeom prst="straightConnector1">
                <a:avLst/>
              </a:prstGeom>
              <a:noFill/>
              <a:ln w="28575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B96C4550-B1E2-83D1-EC89-C103504E6018}"/>
                </a:ext>
              </a:extLst>
            </p:cNvPr>
            <p:cNvSpPr txBox="1"/>
            <p:nvPr/>
          </p:nvSpPr>
          <p:spPr>
            <a:xfrm>
              <a:off x="9304504" y="5262927"/>
              <a:ext cx="102999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ES"/>
              </a:defPPr>
              <a:lvl1pPr>
                <a:defRPr sz="1200" b="1">
                  <a:solidFill>
                    <a:srgbClr val="C00000"/>
                  </a:solidFill>
                  <a:effectLst>
                    <a:glow rad="178202">
                      <a:schemeClr val="bg1">
                        <a:alpha val="40000"/>
                      </a:schemeClr>
                    </a:glow>
                  </a:effectLst>
                  <a:latin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pPr algn="ctr"/>
              <a:r>
                <a:rPr lang="es-ES" sz="1100" dirty="0" err="1">
                  <a:solidFill>
                    <a:schemeClr val="tx1"/>
                  </a:solidFill>
                </a:rPr>
                <a:t>Turistificación</a:t>
              </a:r>
              <a:endParaRPr lang="en-ES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237060F0-DF13-4822-5177-B7F29B02E2AE}"/>
              </a:ext>
            </a:extLst>
          </p:cNvPr>
          <p:cNvGrpSpPr/>
          <p:nvPr/>
        </p:nvGrpSpPr>
        <p:grpSpPr>
          <a:xfrm>
            <a:off x="7688143" y="1739086"/>
            <a:ext cx="1029992" cy="700518"/>
            <a:chOff x="7688143" y="1942279"/>
            <a:chExt cx="1029992" cy="700518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A002397-869D-BC6C-A4D8-6599C97C4C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7861847" y="1942279"/>
              <a:ext cx="691661" cy="465735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C6A7239-2337-6442-3F64-E7AD05877B3D}"/>
                </a:ext>
              </a:extLst>
            </p:cNvPr>
            <p:cNvSpPr txBox="1"/>
            <p:nvPr/>
          </p:nvSpPr>
          <p:spPr>
            <a:xfrm>
              <a:off x="7688143" y="2381187"/>
              <a:ext cx="102999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ES"/>
              </a:defPPr>
              <a:lvl1pPr>
                <a:defRPr sz="1200" b="1">
                  <a:solidFill>
                    <a:srgbClr val="C00000"/>
                  </a:solidFill>
                  <a:effectLst>
                    <a:glow rad="178202">
                      <a:schemeClr val="bg1">
                        <a:alpha val="40000"/>
                      </a:schemeClr>
                    </a:glow>
                  </a:effectLst>
                  <a:latin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pPr algn="ctr"/>
              <a:r>
                <a:rPr lang="es-ES" sz="1100" dirty="0">
                  <a:solidFill>
                    <a:schemeClr val="tx1"/>
                  </a:solidFill>
                </a:rPr>
                <a:t>Dictadura</a:t>
              </a:r>
              <a:endParaRPr lang="en-ES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3D19AC0E-DA98-5698-326A-43692C52F3C3}"/>
              </a:ext>
            </a:extLst>
          </p:cNvPr>
          <p:cNvGrpSpPr/>
          <p:nvPr/>
        </p:nvGrpSpPr>
        <p:grpSpPr>
          <a:xfrm>
            <a:off x="9470761" y="2801268"/>
            <a:ext cx="1029992" cy="700518"/>
            <a:chOff x="7688143" y="1942279"/>
            <a:chExt cx="1029992" cy="700518"/>
          </a:xfrm>
        </p:grpSpPr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E818E813-BFC6-0D38-C152-E957C52A2AA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7861847" y="1942279"/>
              <a:ext cx="691661" cy="465735"/>
            </a:xfrm>
            <a:prstGeom prst="rect">
              <a:avLst/>
            </a:prstGeom>
          </p:spPr>
        </p:pic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3F2372D1-B02E-687B-F805-BA56D843156F}"/>
                </a:ext>
              </a:extLst>
            </p:cNvPr>
            <p:cNvSpPr txBox="1"/>
            <p:nvPr/>
          </p:nvSpPr>
          <p:spPr>
            <a:xfrm>
              <a:off x="7688143" y="2381187"/>
              <a:ext cx="102999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ES"/>
              </a:defPPr>
              <a:lvl1pPr>
                <a:defRPr sz="1200" b="1">
                  <a:solidFill>
                    <a:srgbClr val="C00000"/>
                  </a:solidFill>
                  <a:effectLst>
                    <a:glow rad="178202">
                      <a:schemeClr val="bg1">
                        <a:alpha val="40000"/>
                      </a:schemeClr>
                    </a:glow>
                  </a:effectLst>
                  <a:latin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pPr algn="ctr"/>
              <a:r>
                <a:rPr lang="es-ES" sz="1100" dirty="0">
                  <a:solidFill>
                    <a:schemeClr val="tx1"/>
                  </a:solidFill>
                  <a:effectLst>
                    <a:glow rad="178202">
                      <a:schemeClr val="bg1">
                        <a:alpha val="92000"/>
                      </a:schemeClr>
                    </a:glow>
                  </a:effectLst>
                </a:rPr>
                <a:t>Centralismo</a:t>
              </a:r>
              <a:endParaRPr lang="en-ES" sz="1100" dirty="0">
                <a:solidFill>
                  <a:schemeClr val="tx1"/>
                </a:solidFill>
                <a:effectLst>
                  <a:glow rad="178202">
                    <a:schemeClr val="bg1">
                      <a:alpha val="92000"/>
                    </a:schemeClr>
                  </a:glow>
                </a:effectLst>
              </a:endParaRPr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C108502A-A708-8EF0-21FB-D2DECB55539D}"/>
              </a:ext>
            </a:extLst>
          </p:cNvPr>
          <p:cNvGrpSpPr/>
          <p:nvPr/>
        </p:nvGrpSpPr>
        <p:grpSpPr>
          <a:xfrm>
            <a:off x="-3400" y="774023"/>
            <a:ext cx="1123913" cy="700518"/>
            <a:chOff x="7668110" y="1942279"/>
            <a:chExt cx="1123913" cy="700518"/>
          </a:xfrm>
        </p:grpSpPr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EA097D42-EFA7-9942-B952-6AA95427CD0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7861847" y="1942279"/>
              <a:ext cx="691661" cy="465735"/>
            </a:xfrm>
            <a:prstGeom prst="rect">
              <a:avLst/>
            </a:prstGeom>
          </p:spPr>
        </p:pic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F3A3951E-BC50-742A-1E0D-BEF6B0E8901A}"/>
                </a:ext>
              </a:extLst>
            </p:cNvPr>
            <p:cNvSpPr txBox="1"/>
            <p:nvPr/>
          </p:nvSpPr>
          <p:spPr>
            <a:xfrm>
              <a:off x="7668110" y="2381187"/>
              <a:ext cx="1123913" cy="261610"/>
            </a:xfrm>
            <a:prstGeom prst="rect">
              <a:avLst/>
            </a:prstGeom>
            <a:noFill/>
            <a:effectLst>
              <a:glow rad="564939">
                <a:schemeClr val="accent1">
                  <a:alpha val="91000"/>
                </a:schemeClr>
              </a:glow>
            </a:effectLst>
          </p:spPr>
          <p:txBody>
            <a:bodyPr wrap="square" rtlCol="0">
              <a:spAutoFit/>
            </a:bodyPr>
            <a:lstStyle>
              <a:defPPr>
                <a:defRPr lang="en-ES"/>
              </a:defPPr>
              <a:lvl1pPr>
                <a:defRPr sz="1200" b="1">
                  <a:solidFill>
                    <a:srgbClr val="C00000"/>
                  </a:solidFill>
                  <a:effectLst>
                    <a:glow rad="178202">
                      <a:schemeClr val="bg1">
                        <a:alpha val="40000"/>
                      </a:schemeClr>
                    </a:glow>
                  </a:effectLst>
                  <a:latin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pPr algn="ctr"/>
              <a:r>
                <a:rPr lang="en-ES" sz="1100" dirty="0">
                  <a:solidFill>
                    <a:schemeClr val="tx1"/>
                  </a:solidFill>
                  <a:effectLst>
                    <a:glow rad="63500">
                      <a:schemeClr val="bg1">
                        <a:alpha val="92000"/>
                      </a:schemeClr>
                    </a:glow>
                  </a:effectLst>
                </a:rPr>
                <a:t>Estrés crónico</a:t>
              </a: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25A080C2-1604-C58A-AA28-723AA2D749B4}"/>
              </a:ext>
            </a:extLst>
          </p:cNvPr>
          <p:cNvGrpSpPr/>
          <p:nvPr/>
        </p:nvGrpSpPr>
        <p:grpSpPr>
          <a:xfrm>
            <a:off x="7562290" y="1591231"/>
            <a:ext cx="1622596" cy="2739646"/>
            <a:chOff x="7562290" y="1785188"/>
            <a:chExt cx="1622596" cy="2739646"/>
          </a:xfrm>
        </p:grpSpPr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998AD398-5124-8799-06ED-45A4BBF60B8C}"/>
                </a:ext>
              </a:extLst>
            </p:cNvPr>
            <p:cNvGrpSpPr/>
            <p:nvPr/>
          </p:nvGrpSpPr>
          <p:grpSpPr>
            <a:xfrm>
              <a:off x="8724900" y="4065559"/>
              <a:ext cx="267716" cy="459275"/>
              <a:chOff x="8077755" y="2896586"/>
              <a:chExt cx="336627" cy="577494"/>
            </a:xfrm>
          </p:grpSpPr>
          <p:sp>
            <p:nvSpPr>
              <p:cNvPr id="70" name="Freeform 69">
                <a:extLst>
                  <a:ext uri="{FF2B5EF4-FFF2-40B4-BE49-F238E27FC236}">
                    <a16:creationId xmlns:a16="http://schemas.microsoft.com/office/drawing/2014/main" id="{3BEAE9AF-3AA5-B5A6-B68F-C7032B259C44}"/>
                  </a:ext>
                </a:extLst>
              </p:cNvPr>
              <p:cNvSpPr/>
              <p:nvPr/>
            </p:nvSpPr>
            <p:spPr>
              <a:xfrm rot="696564">
                <a:off x="8077755" y="2896586"/>
                <a:ext cx="289395" cy="518915"/>
              </a:xfrm>
              <a:custGeom>
                <a:avLst/>
                <a:gdLst>
                  <a:gd name="connsiteX0" fmla="*/ 0 w 535709"/>
                  <a:gd name="connsiteY0" fmla="*/ 960581 h 960581"/>
                  <a:gd name="connsiteX1" fmla="*/ 46181 w 535709"/>
                  <a:gd name="connsiteY1" fmla="*/ 665018 h 960581"/>
                  <a:gd name="connsiteX2" fmla="*/ 138545 w 535709"/>
                  <a:gd name="connsiteY2" fmla="*/ 443345 h 960581"/>
                  <a:gd name="connsiteX3" fmla="*/ 286327 w 535709"/>
                  <a:gd name="connsiteY3" fmla="*/ 212436 h 960581"/>
                  <a:gd name="connsiteX4" fmla="*/ 535709 w 535709"/>
                  <a:gd name="connsiteY4" fmla="*/ 0 h 9605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5709" h="960581">
                    <a:moveTo>
                      <a:pt x="0" y="960581"/>
                    </a:moveTo>
                    <a:cubicBezTo>
                      <a:pt x="11545" y="855902"/>
                      <a:pt x="23090" y="751224"/>
                      <a:pt x="46181" y="665018"/>
                    </a:cubicBezTo>
                    <a:cubicBezTo>
                      <a:pt x="69272" y="578812"/>
                      <a:pt x="98521" y="518775"/>
                      <a:pt x="138545" y="443345"/>
                    </a:cubicBezTo>
                    <a:cubicBezTo>
                      <a:pt x="178569" y="367915"/>
                      <a:pt x="220133" y="286327"/>
                      <a:pt x="286327" y="212436"/>
                    </a:cubicBezTo>
                    <a:cubicBezTo>
                      <a:pt x="352521" y="138545"/>
                      <a:pt x="444115" y="69272"/>
                      <a:pt x="535709" y="0"/>
                    </a:cubicBezTo>
                  </a:path>
                </a:pathLst>
              </a:custGeom>
              <a:noFill/>
              <a:ln w="34925">
                <a:tailEnd type="triangle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ES"/>
              </a:p>
            </p:txBody>
          </p:sp>
          <p:sp>
            <p:nvSpPr>
              <p:cNvPr id="72" name="Freeform 71">
                <a:extLst>
                  <a:ext uri="{FF2B5EF4-FFF2-40B4-BE49-F238E27FC236}">
                    <a16:creationId xmlns:a16="http://schemas.microsoft.com/office/drawing/2014/main" id="{87B36CE7-C9C0-E840-6A58-6F2B53412D56}"/>
                  </a:ext>
                </a:extLst>
              </p:cNvPr>
              <p:cNvSpPr/>
              <p:nvPr/>
            </p:nvSpPr>
            <p:spPr>
              <a:xfrm rot="11382437">
                <a:off x="8124987" y="2955165"/>
                <a:ext cx="289395" cy="518915"/>
              </a:xfrm>
              <a:custGeom>
                <a:avLst/>
                <a:gdLst>
                  <a:gd name="connsiteX0" fmla="*/ 0 w 535709"/>
                  <a:gd name="connsiteY0" fmla="*/ 960581 h 960581"/>
                  <a:gd name="connsiteX1" fmla="*/ 46181 w 535709"/>
                  <a:gd name="connsiteY1" fmla="*/ 665018 h 960581"/>
                  <a:gd name="connsiteX2" fmla="*/ 138545 w 535709"/>
                  <a:gd name="connsiteY2" fmla="*/ 443345 h 960581"/>
                  <a:gd name="connsiteX3" fmla="*/ 286327 w 535709"/>
                  <a:gd name="connsiteY3" fmla="*/ 212436 h 960581"/>
                  <a:gd name="connsiteX4" fmla="*/ 535709 w 535709"/>
                  <a:gd name="connsiteY4" fmla="*/ 0 h 9605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5709" h="960581">
                    <a:moveTo>
                      <a:pt x="0" y="960581"/>
                    </a:moveTo>
                    <a:cubicBezTo>
                      <a:pt x="11545" y="855902"/>
                      <a:pt x="23090" y="751224"/>
                      <a:pt x="46181" y="665018"/>
                    </a:cubicBezTo>
                    <a:cubicBezTo>
                      <a:pt x="69272" y="578812"/>
                      <a:pt x="98521" y="518775"/>
                      <a:pt x="138545" y="443345"/>
                    </a:cubicBezTo>
                    <a:cubicBezTo>
                      <a:pt x="178569" y="367915"/>
                      <a:pt x="220133" y="286327"/>
                      <a:pt x="286327" y="212436"/>
                    </a:cubicBezTo>
                    <a:cubicBezTo>
                      <a:pt x="352521" y="138545"/>
                      <a:pt x="444115" y="69272"/>
                      <a:pt x="535709" y="0"/>
                    </a:cubicBezTo>
                  </a:path>
                </a:pathLst>
              </a:custGeom>
              <a:noFill/>
              <a:ln w="34925">
                <a:tailEnd type="triangle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ES"/>
              </a:p>
            </p:txBody>
          </p: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A5D0CF97-8C9F-EC2A-C76F-9B4AC273B7DE}"/>
                </a:ext>
              </a:extLst>
            </p:cNvPr>
            <p:cNvGrpSpPr/>
            <p:nvPr/>
          </p:nvGrpSpPr>
          <p:grpSpPr>
            <a:xfrm>
              <a:off x="8782700" y="2976985"/>
              <a:ext cx="267716" cy="459275"/>
              <a:chOff x="8077755" y="2896586"/>
              <a:chExt cx="336627" cy="577494"/>
            </a:xfrm>
          </p:grpSpPr>
          <p:sp>
            <p:nvSpPr>
              <p:cNvPr id="75" name="Freeform 74">
                <a:extLst>
                  <a:ext uri="{FF2B5EF4-FFF2-40B4-BE49-F238E27FC236}">
                    <a16:creationId xmlns:a16="http://schemas.microsoft.com/office/drawing/2014/main" id="{52A15AA9-6821-748B-D7F2-1BCC0FA030C2}"/>
                  </a:ext>
                </a:extLst>
              </p:cNvPr>
              <p:cNvSpPr/>
              <p:nvPr/>
            </p:nvSpPr>
            <p:spPr>
              <a:xfrm rot="696564">
                <a:off x="8077755" y="2896586"/>
                <a:ext cx="289395" cy="518915"/>
              </a:xfrm>
              <a:custGeom>
                <a:avLst/>
                <a:gdLst>
                  <a:gd name="connsiteX0" fmla="*/ 0 w 535709"/>
                  <a:gd name="connsiteY0" fmla="*/ 960581 h 960581"/>
                  <a:gd name="connsiteX1" fmla="*/ 46181 w 535709"/>
                  <a:gd name="connsiteY1" fmla="*/ 665018 h 960581"/>
                  <a:gd name="connsiteX2" fmla="*/ 138545 w 535709"/>
                  <a:gd name="connsiteY2" fmla="*/ 443345 h 960581"/>
                  <a:gd name="connsiteX3" fmla="*/ 286327 w 535709"/>
                  <a:gd name="connsiteY3" fmla="*/ 212436 h 960581"/>
                  <a:gd name="connsiteX4" fmla="*/ 535709 w 535709"/>
                  <a:gd name="connsiteY4" fmla="*/ 0 h 9605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5709" h="960581">
                    <a:moveTo>
                      <a:pt x="0" y="960581"/>
                    </a:moveTo>
                    <a:cubicBezTo>
                      <a:pt x="11545" y="855902"/>
                      <a:pt x="23090" y="751224"/>
                      <a:pt x="46181" y="665018"/>
                    </a:cubicBezTo>
                    <a:cubicBezTo>
                      <a:pt x="69272" y="578812"/>
                      <a:pt x="98521" y="518775"/>
                      <a:pt x="138545" y="443345"/>
                    </a:cubicBezTo>
                    <a:cubicBezTo>
                      <a:pt x="178569" y="367915"/>
                      <a:pt x="220133" y="286327"/>
                      <a:pt x="286327" y="212436"/>
                    </a:cubicBezTo>
                    <a:cubicBezTo>
                      <a:pt x="352521" y="138545"/>
                      <a:pt x="444115" y="69272"/>
                      <a:pt x="535709" y="0"/>
                    </a:cubicBezTo>
                  </a:path>
                </a:pathLst>
              </a:custGeom>
              <a:noFill/>
              <a:ln w="34925">
                <a:tailEnd type="triangle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ES"/>
              </a:p>
            </p:txBody>
          </p:sp>
          <p:sp>
            <p:nvSpPr>
              <p:cNvPr id="76" name="Freeform 75">
                <a:extLst>
                  <a:ext uri="{FF2B5EF4-FFF2-40B4-BE49-F238E27FC236}">
                    <a16:creationId xmlns:a16="http://schemas.microsoft.com/office/drawing/2014/main" id="{4B690D5D-0656-C6AA-38AE-DB52745B714D}"/>
                  </a:ext>
                </a:extLst>
              </p:cNvPr>
              <p:cNvSpPr/>
              <p:nvPr/>
            </p:nvSpPr>
            <p:spPr>
              <a:xfrm rot="11382437">
                <a:off x="8124987" y="2955165"/>
                <a:ext cx="289395" cy="518915"/>
              </a:xfrm>
              <a:custGeom>
                <a:avLst/>
                <a:gdLst>
                  <a:gd name="connsiteX0" fmla="*/ 0 w 535709"/>
                  <a:gd name="connsiteY0" fmla="*/ 960581 h 960581"/>
                  <a:gd name="connsiteX1" fmla="*/ 46181 w 535709"/>
                  <a:gd name="connsiteY1" fmla="*/ 665018 h 960581"/>
                  <a:gd name="connsiteX2" fmla="*/ 138545 w 535709"/>
                  <a:gd name="connsiteY2" fmla="*/ 443345 h 960581"/>
                  <a:gd name="connsiteX3" fmla="*/ 286327 w 535709"/>
                  <a:gd name="connsiteY3" fmla="*/ 212436 h 960581"/>
                  <a:gd name="connsiteX4" fmla="*/ 535709 w 535709"/>
                  <a:gd name="connsiteY4" fmla="*/ 0 h 9605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5709" h="960581">
                    <a:moveTo>
                      <a:pt x="0" y="960581"/>
                    </a:moveTo>
                    <a:cubicBezTo>
                      <a:pt x="11545" y="855902"/>
                      <a:pt x="23090" y="751224"/>
                      <a:pt x="46181" y="665018"/>
                    </a:cubicBezTo>
                    <a:cubicBezTo>
                      <a:pt x="69272" y="578812"/>
                      <a:pt x="98521" y="518775"/>
                      <a:pt x="138545" y="443345"/>
                    </a:cubicBezTo>
                    <a:cubicBezTo>
                      <a:pt x="178569" y="367915"/>
                      <a:pt x="220133" y="286327"/>
                      <a:pt x="286327" y="212436"/>
                    </a:cubicBezTo>
                    <a:cubicBezTo>
                      <a:pt x="352521" y="138545"/>
                      <a:pt x="444115" y="69272"/>
                      <a:pt x="535709" y="0"/>
                    </a:cubicBezTo>
                  </a:path>
                </a:pathLst>
              </a:custGeom>
              <a:noFill/>
              <a:ln w="34925">
                <a:tailEnd type="triangle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ES"/>
              </a:p>
            </p:txBody>
          </p:sp>
        </p:grp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3D0974F1-5DAC-262C-7B46-558C2AA5CFDD}"/>
                </a:ext>
              </a:extLst>
            </p:cNvPr>
            <p:cNvGrpSpPr/>
            <p:nvPr/>
          </p:nvGrpSpPr>
          <p:grpSpPr>
            <a:xfrm>
              <a:off x="8917170" y="1785188"/>
              <a:ext cx="267716" cy="459275"/>
              <a:chOff x="8077755" y="2896586"/>
              <a:chExt cx="336627" cy="577494"/>
            </a:xfrm>
          </p:grpSpPr>
          <p:sp>
            <p:nvSpPr>
              <p:cNvPr id="79" name="Freeform 78">
                <a:extLst>
                  <a:ext uri="{FF2B5EF4-FFF2-40B4-BE49-F238E27FC236}">
                    <a16:creationId xmlns:a16="http://schemas.microsoft.com/office/drawing/2014/main" id="{9040C15F-3D2E-1A6B-E969-2F883F617954}"/>
                  </a:ext>
                </a:extLst>
              </p:cNvPr>
              <p:cNvSpPr/>
              <p:nvPr/>
            </p:nvSpPr>
            <p:spPr>
              <a:xfrm rot="696564">
                <a:off x="8077755" y="2896586"/>
                <a:ext cx="289395" cy="518915"/>
              </a:xfrm>
              <a:custGeom>
                <a:avLst/>
                <a:gdLst>
                  <a:gd name="connsiteX0" fmla="*/ 0 w 535709"/>
                  <a:gd name="connsiteY0" fmla="*/ 960581 h 960581"/>
                  <a:gd name="connsiteX1" fmla="*/ 46181 w 535709"/>
                  <a:gd name="connsiteY1" fmla="*/ 665018 h 960581"/>
                  <a:gd name="connsiteX2" fmla="*/ 138545 w 535709"/>
                  <a:gd name="connsiteY2" fmla="*/ 443345 h 960581"/>
                  <a:gd name="connsiteX3" fmla="*/ 286327 w 535709"/>
                  <a:gd name="connsiteY3" fmla="*/ 212436 h 960581"/>
                  <a:gd name="connsiteX4" fmla="*/ 535709 w 535709"/>
                  <a:gd name="connsiteY4" fmla="*/ 0 h 9605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5709" h="960581">
                    <a:moveTo>
                      <a:pt x="0" y="960581"/>
                    </a:moveTo>
                    <a:cubicBezTo>
                      <a:pt x="11545" y="855902"/>
                      <a:pt x="23090" y="751224"/>
                      <a:pt x="46181" y="665018"/>
                    </a:cubicBezTo>
                    <a:cubicBezTo>
                      <a:pt x="69272" y="578812"/>
                      <a:pt x="98521" y="518775"/>
                      <a:pt x="138545" y="443345"/>
                    </a:cubicBezTo>
                    <a:cubicBezTo>
                      <a:pt x="178569" y="367915"/>
                      <a:pt x="220133" y="286327"/>
                      <a:pt x="286327" y="212436"/>
                    </a:cubicBezTo>
                    <a:cubicBezTo>
                      <a:pt x="352521" y="138545"/>
                      <a:pt x="444115" y="69272"/>
                      <a:pt x="535709" y="0"/>
                    </a:cubicBezTo>
                  </a:path>
                </a:pathLst>
              </a:custGeom>
              <a:noFill/>
              <a:ln w="34925">
                <a:tailEnd type="triangle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ES"/>
              </a:p>
            </p:txBody>
          </p:sp>
          <p:sp>
            <p:nvSpPr>
              <p:cNvPr id="80" name="Freeform 79">
                <a:extLst>
                  <a:ext uri="{FF2B5EF4-FFF2-40B4-BE49-F238E27FC236}">
                    <a16:creationId xmlns:a16="http://schemas.microsoft.com/office/drawing/2014/main" id="{92106ADF-1FB1-ABA0-DB25-0E991E27445C}"/>
                  </a:ext>
                </a:extLst>
              </p:cNvPr>
              <p:cNvSpPr/>
              <p:nvPr/>
            </p:nvSpPr>
            <p:spPr>
              <a:xfrm rot="11382437">
                <a:off x="8124987" y="2955165"/>
                <a:ext cx="289395" cy="518915"/>
              </a:xfrm>
              <a:custGeom>
                <a:avLst/>
                <a:gdLst>
                  <a:gd name="connsiteX0" fmla="*/ 0 w 535709"/>
                  <a:gd name="connsiteY0" fmla="*/ 960581 h 960581"/>
                  <a:gd name="connsiteX1" fmla="*/ 46181 w 535709"/>
                  <a:gd name="connsiteY1" fmla="*/ 665018 h 960581"/>
                  <a:gd name="connsiteX2" fmla="*/ 138545 w 535709"/>
                  <a:gd name="connsiteY2" fmla="*/ 443345 h 960581"/>
                  <a:gd name="connsiteX3" fmla="*/ 286327 w 535709"/>
                  <a:gd name="connsiteY3" fmla="*/ 212436 h 960581"/>
                  <a:gd name="connsiteX4" fmla="*/ 535709 w 535709"/>
                  <a:gd name="connsiteY4" fmla="*/ 0 h 9605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5709" h="960581">
                    <a:moveTo>
                      <a:pt x="0" y="960581"/>
                    </a:moveTo>
                    <a:cubicBezTo>
                      <a:pt x="11545" y="855902"/>
                      <a:pt x="23090" y="751224"/>
                      <a:pt x="46181" y="665018"/>
                    </a:cubicBezTo>
                    <a:cubicBezTo>
                      <a:pt x="69272" y="578812"/>
                      <a:pt x="98521" y="518775"/>
                      <a:pt x="138545" y="443345"/>
                    </a:cubicBezTo>
                    <a:cubicBezTo>
                      <a:pt x="178569" y="367915"/>
                      <a:pt x="220133" y="286327"/>
                      <a:pt x="286327" y="212436"/>
                    </a:cubicBezTo>
                    <a:cubicBezTo>
                      <a:pt x="352521" y="138545"/>
                      <a:pt x="444115" y="69272"/>
                      <a:pt x="535709" y="0"/>
                    </a:cubicBezTo>
                  </a:path>
                </a:pathLst>
              </a:custGeom>
              <a:noFill/>
              <a:ln w="34925">
                <a:tailEnd type="triangle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ES"/>
              </a:p>
            </p:txBody>
          </p:sp>
        </p:grp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6533E0F2-6344-451D-219A-34F95090D05E}"/>
                </a:ext>
              </a:extLst>
            </p:cNvPr>
            <p:cNvSpPr txBox="1"/>
            <p:nvPr/>
          </p:nvSpPr>
          <p:spPr>
            <a:xfrm>
              <a:off x="7562290" y="2996471"/>
              <a:ext cx="1319492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ES"/>
              </a:defPPr>
              <a:lvl1pPr algn="ctr">
                <a:defRPr sz="1100" b="1">
                  <a:effectLst>
                    <a:glow rad="178202">
                      <a:schemeClr val="bg1">
                        <a:alpha val="40000"/>
                      </a:schemeClr>
                    </a:glow>
                  </a:effectLst>
                  <a:latin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r>
                <a:rPr lang="en-ES" dirty="0"/>
                <a:t>Comunicación deficiente de necesidades</a:t>
              </a:r>
            </a:p>
          </p:txBody>
        </p:sp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AABE8399-8170-E5AF-EE60-586446C1AAD5}"/>
              </a:ext>
            </a:extLst>
          </p:cNvPr>
          <p:cNvGrpSpPr/>
          <p:nvPr/>
        </p:nvGrpSpPr>
        <p:grpSpPr>
          <a:xfrm>
            <a:off x="2457146" y="6078256"/>
            <a:ext cx="1229555" cy="266743"/>
            <a:chOff x="2457146" y="5856750"/>
            <a:chExt cx="1229555" cy="266743"/>
          </a:xfrm>
        </p:grpSpPr>
        <p:grpSp>
          <p:nvGrpSpPr>
            <p:cNvPr id="178" name="Group 177">
              <a:extLst>
                <a:ext uri="{FF2B5EF4-FFF2-40B4-BE49-F238E27FC236}">
                  <a16:creationId xmlns:a16="http://schemas.microsoft.com/office/drawing/2014/main" id="{C6CF5D9C-06EF-17EB-D0AC-55A17944CC52}"/>
                </a:ext>
              </a:extLst>
            </p:cNvPr>
            <p:cNvGrpSpPr/>
            <p:nvPr/>
          </p:nvGrpSpPr>
          <p:grpSpPr>
            <a:xfrm>
              <a:off x="2457146" y="5871339"/>
              <a:ext cx="215177" cy="252154"/>
              <a:chOff x="2874443" y="5911403"/>
              <a:chExt cx="458970" cy="537840"/>
            </a:xfrm>
          </p:grpSpPr>
          <p:cxnSp>
            <p:nvCxnSpPr>
              <p:cNvPr id="186" name="Straight Arrow Connector 185">
                <a:extLst>
                  <a:ext uri="{FF2B5EF4-FFF2-40B4-BE49-F238E27FC236}">
                    <a16:creationId xmlns:a16="http://schemas.microsoft.com/office/drawing/2014/main" id="{E4C56EFD-C17F-A050-62EC-4FDC06B63BF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935192" y="5976109"/>
                <a:ext cx="176216" cy="207634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tailEnd type="triangle" w="sm" len="sm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12" name="Straight Arrow Connector 211">
                <a:extLst>
                  <a:ext uri="{FF2B5EF4-FFF2-40B4-BE49-F238E27FC236}">
                    <a16:creationId xmlns:a16="http://schemas.microsoft.com/office/drawing/2014/main" id="{35CA8252-2A55-9678-F066-327AC5EB166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09167" y="5911403"/>
                <a:ext cx="0" cy="273076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tailEnd type="triangle" w="sm" len="sm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15" name="Straight Arrow Connector 214">
                <a:extLst>
                  <a:ext uri="{FF2B5EF4-FFF2-40B4-BE49-F238E27FC236}">
                    <a16:creationId xmlns:a16="http://schemas.microsoft.com/office/drawing/2014/main" id="{750781CF-15A9-5D6D-A0F7-686B862CCC3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09167" y="5969358"/>
                <a:ext cx="164156" cy="2107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tailEnd type="triangle" w="sm" len="sm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grpSp>
            <p:nvGrpSpPr>
              <p:cNvPr id="216" name="Group 215">
                <a:extLst>
                  <a:ext uri="{FF2B5EF4-FFF2-40B4-BE49-F238E27FC236}">
                    <a16:creationId xmlns:a16="http://schemas.microsoft.com/office/drawing/2014/main" id="{8CFFCBCF-7FBA-DFE9-E8A4-A9CB55F73FA7}"/>
                  </a:ext>
                </a:extLst>
              </p:cNvPr>
              <p:cNvGrpSpPr/>
              <p:nvPr/>
            </p:nvGrpSpPr>
            <p:grpSpPr>
              <a:xfrm flipV="1">
                <a:off x="2935192" y="6176167"/>
                <a:ext cx="338131" cy="273076"/>
                <a:chOff x="3087592" y="6063803"/>
                <a:chExt cx="338131" cy="273076"/>
              </a:xfrm>
            </p:grpSpPr>
            <p:cxnSp>
              <p:nvCxnSpPr>
                <p:cNvPr id="219" name="Straight Arrow Connector 218">
                  <a:extLst>
                    <a:ext uri="{FF2B5EF4-FFF2-40B4-BE49-F238E27FC236}">
                      <a16:creationId xmlns:a16="http://schemas.microsoft.com/office/drawing/2014/main" id="{86BB0568-A0D1-F808-5B30-34D620200FC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087592" y="6128509"/>
                  <a:ext cx="176216" cy="207634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tailEnd type="triangle" w="sm" len="sm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20" name="Straight Arrow Connector 219">
                  <a:extLst>
                    <a:ext uri="{FF2B5EF4-FFF2-40B4-BE49-F238E27FC236}">
                      <a16:creationId xmlns:a16="http://schemas.microsoft.com/office/drawing/2014/main" id="{B16867FF-2DE9-97BF-DD4C-EC50C7D444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61567" y="6063803"/>
                  <a:ext cx="0" cy="273076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tailEnd type="triangle" w="sm" len="sm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21" name="Straight Arrow Connector 220">
                  <a:extLst>
                    <a:ext uri="{FF2B5EF4-FFF2-40B4-BE49-F238E27FC236}">
                      <a16:creationId xmlns:a16="http://schemas.microsoft.com/office/drawing/2014/main" id="{3883D6FD-330D-1B7B-4B97-1F3BF134567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61567" y="6121758"/>
                  <a:ext cx="164156" cy="210750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tailEnd type="triangle" w="sm" len="sm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  <p:cxnSp>
            <p:nvCxnSpPr>
              <p:cNvPr id="217" name="Straight Arrow Connector 216">
                <a:extLst>
                  <a:ext uri="{FF2B5EF4-FFF2-40B4-BE49-F238E27FC236}">
                    <a16:creationId xmlns:a16="http://schemas.microsoft.com/office/drawing/2014/main" id="{2F8DC101-B0EC-6B1B-BF3B-FCDFB4CD0B2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09167" y="6175846"/>
                <a:ext cx="224246" cy="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tailEnd type="triangle" w="sm" len="sm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18" name="Straight Arrow Connector 217">
                <a:extLst>
                  <a:ext uri="{FF2B5EF4-FFF2-40B4-BE49-F238E27FC236}">
                    <a16:creationId xmlns:a16="http://schemas.microsoft.com/office/drawing/2014/main" id="{76D38732-FE43-DD1F-BEEE-0243DE29041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74443" y="6173699"/>
                <a:ext cx="224246" cy="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tailEnd type="triangle" w="sm" len="sm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B71229D1-6693-2952-C3FD-0768F2C33BDC}"/>
                </a:ext>
              </a:extLst>
            </p:cNvPr>
            <p:cNvSpPr txBox="1"/>
            <p:nvPr/>
          </p:nvSpPr>
          <p:spPr>
            <a:xfrm>
              <a:off x="2661148" y="5856750"/>
              <a:ext cx="102555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ES"/>
              </a:defPPr>
              <a:lvl1pPr>
                <a:defRPr sz="1200" b="1">
                  <a:solidFill>
                    <a:srgbClr val="C00000"/>
                  </a:solidFill>
                  <a:effectLst>
                    <a:glow rad="178202">
                      <a:schemeClr val="bg1">
                        <a:alpha val="40000"/>
                      </a:schemeClr>
                    </a:glow>
                  </a:effectLst>
                  <a:latin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pPr algn="ctr"/>
              <a:r>
                <a:rPr lang="en-ES" sz="900" dirty="0">
                  <a:solidFill>
                    <a:schemeClr val="tx1"/>
                  </a:solidFill>
                </a:rPr>
                <a:t>Suboptimización</a:t>
              </a:r>
            </a:p>
          </p:txBody>
        </p:sp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E036CDF3-F4CE-F8A6-1131-A07635A5171E}"/>
              </a:ext>
            </a:extLst>
          </p:cNvPr>
          <p:cNvGrpSpPr/>
          <p:nvPr/>
        </p:nvGrpSpPr>
        <p:grpSpPr>
          <a:xfrm>
            <a:off x="2402142" y="6345627"/>
            <a:ext cx="1515574" cy="230832"/>
            <a:chOff x="2402142" y="6214997"/>
            <a:chExt cx="1515574" cy="230832"/>
          </a:xfrm>
        </p:grpSpPr>
        <p:pic>
          <p:nvPicPr>
            <p:cNvPr id="223" name="Picture 222">
              <a:extLst>
                <a:ext uri="{FF2B5EF4-FFF2-40B4-BE49-F238E27FC236}">
                  <a16:creationId xmlns:a16="http://schemas.microsoft.com/office/drawing/2014/main" id="{AE20874B-DC2E-5A54-148C-18CBD23D57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2402142" y="6224871"/>
              <a:ext cx="325185" cy="218966"/>
            </a:xfrm>
            <a:prstGeom prst="rect">
              <a:avLst/>
            </a:prstGeom>
          </p:spPr>
        </p:pic>
        <p:sp>
          <p:nvSpPr>
            <p:cNvPr id="224" name="TextBox 223">
              <a:extLst>
                <a:ext uri="{FF2B5EF4-FFF2-40B4-BE49-F238E27FC236}">
                  <a16:creationId xmlns:a16="http://schemas.microsoft.com/office/drawing/2014/main" id="{320F3B1B-E3CD-AE3E-6AC1-A96EAE23562A}"/>
                </a:ext>
              </a:extLst>
            </p:cNvPr>
            <p:cNvSpPr txBox="1"/>
            <p:nvPr/>
          </p:nvSpPr>
          <p:spPr>
            <a:xfrm>
              <a:off x="2661148" y="6214997"/>
              <a:ext cx="1256568" cy="230832"/>
            </a:xfrm>
            <a:prstGeom prst="rect">
              <a:avLst/>
            </a:prstGeom>
            <a:noFill/>
            <a:effectLst>
              <a:glow rad="564939">
                <a:schemeClr val="accent1">
                  <a:alpha val="91000"/>
                </a:schemeClr>
              </a:glow>
            </a:effectLst>
          </p:spPr>
          <p:txBody>
            <a:bodyPr wrap="square" rtlCol="0">
              <a:spAutoFit/>
            </a:bodyPr>
            <a:lstStyle>
              <a:defPPr>
                <a:defRPr lang="en-ES"/>
              </a:defPPr>
              <a:lvl1pPr>
                <a:defRPr sz="1200" b="1">
                  <a:solidFill>
                    <a:srgbClr val="C00000"/>
                  </a:solidFill>
                  <a:effectLst>
                    <a:glow rad="178202">
                      <a:schemeClr val="bg1">
                        <a:alpha val="40000"/>
                      </a:schemeClr>
                    </a:glow>
                  </a:effectLst>
                  <a:latin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pPr algn="ctr"/>
              <a:r>
                <a:rPr lang="en-ES" sz="900" dirty="0">
                  <a:solidFill>
                    <a:schemeClr val="tx1"/>
                  </a:solidFill>
                  <a:effectLst>
                    <a:glow rad="63500">
                      <a:schemeClr val="bg1">
                        <a:alpha val="92000"/>
                      </a:schemeClr>
                    </a:glow>
                  </a:effectLst>
                </a:rPr>
                <a:t>Exceso control central</a:t>
              </a:r>
            </a:p>
          </p:txBody>
        </p:sp>
      </p:grp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8C469B3A-1D7D-ACFB-3BB5-21AFA393248A}"/>
              </a:ext>
            </a:extLst>
          </p:cNvPr>
          <p:cNvGrpSpPr/>
          <p:nvPr/>
        </p:nvGrpSpPr>
        <p:grpSpPr>
          <a:xfrm>
            <a:off x="2501978" y="6606885"/>
            <a:ext cx="2144240" cy="230832"/>
            <a:chOff x="2501978" y="6589845"/>
            <a:chExt cx="2144240" cy="230832"/>
          </a:xfrm>
        </p:grpSpPr>
        <p:grpSp>
          <p:nvGrpSpPr>
            <p:cNvPr id="227" name="Group 226">
              <a:extLst>
                <a:ext uri="{FF2B5EF4-FFF2-40B4-BE49-F238E27FC236}">
                  <a16:creationId xmlns:a16="http://schemas.microsoft.com/office/drawing/2014/main" id="{199922A9-F67E-ED92-11EB-A84347DF4131}"/>
                </a:ext>
              </a:extLst>
            </p:cNvPr>
            <p:cNvGrpSpPr/>
            <p:nvPr/>
          </p:nvGrpSpPr>
          <p:grpSpPr>
            <a:xfrm>
              <a:off x="2501978" y="6602014"/>
              <a:ext cx="125513" cy="215321"/>
              <a:chOff x="3985003" y="6022703"/>
              <a:chExt cx="267716" cy="459275"/>
            </a:xfrm>
          </p:grpSpPr>
          <p:sp>
            <p:nvSpPr>
              <p:cNvPr id="225" name="Freeform 224">
                <a:extLst>
                  <a:ext uri="{FF2B5EF4-FFF2-40B4-BE49-F238E27FC236}">
                    <a16:creationId xmlns:a16="http://schemas.microsoft.com/office/drawing/2014/main" id="{0B4825CC-FC65-4926-823F-A683FE50E5D2}"/>
                  </a:ext>
                </a:extLst>
              </p:cNvPr>
              <p:cNvSpPr/>
              <p:nvPr/>
            </p:nvSpPr>
            <p:spPr>
              <a:xfrm rot="696564">
                <a:off x="3985003" y="6022703"/>
                <a:ext cx="230153" cy="412688"/>
              </a:xfrm>
              <a:custGeom>
                <a:avLst/>
                <a:gdLst>
                  <a:gd name="connsiteX0" fmla="*/ 0 w 535709"/>
                  <a:gd name="connsiteY0" fmla="*/ 960581 h 960581"/>
                  <a:gd name="connsiteX1" fmla="*/ 46181 w 535709"/>
                  <a:gd name="connsiteY1" fmla="*/ 665018 h 960581"/>
                  <a:gd name="connsiteX2" fmla="*/ 138545 w 535709"/>
                  <a:gd name="connsiteY2" fmla="*/ 443345 h 960581"/>
                  <a:gd name="connsiteX3" fmla="*/ 286327 w 535709"/>
                  <a:gd name="connsiteY3" fmla="*/ 212436 h 960581"/>
                  <a:gd name="connsiteX4" fmla="*/ 535709 w 535709"/>
                  <a:gd name="connsiteY4" fmla="*/ 0 h 9605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5709" h="960581">
                    <a:moveTo>
                      <a:pt x="0" y="960581"/>
                    </a:moveTo>
                    <a:cubicBezTo>
                      <a:pt x="11545" y="855902"/>
                      <a:pt x="23090" y="751224"/>
                      <a:pt x="46181" y="665018"/>
                    </a:cubicBezTo>
                    <a:cubicBezTo>
                      <a:pt x="69272" y="578812"/>
                      <a:pt x="98521" y="518775"/>
                      <a:pt x="138545" y="443345"/>
                    </a:cubicBezTo>
                    <a:cubicBezTo>
                      <a:pt x="178569" y="367915"/>
                      <a:pt x="220133" y="286327"/>
                      <a:pt x="286327" y="212436"/>
                    </a:cubicBezTo>
                    <a:cubicBezTo>
                      <a:pt x="352521" y="138545"/>
                      <a:pt x="444115" y="69272"/>
                      <a:pt x="535709" y="0"/>
                    </a:cubicBezTo>
                  </a:path>
                </a:pathLst>
              </a:custGeom>
              <a:noFill/>
              <a:ln w="12700">
                <a:tailEnd type="triangle" w="sm" len="sm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ES"/>
              </a:p>
            </p:txBody>
          </p:sp>
          <p:sp>
            <p:nvSpPr>
              <p:cNvPr id="226" name="Freeform 225">
                <a:extLst>
                  <a:ext uri="{FF2B5EF4-FFF2-40B4-BE49-F238E27FC236}">
                    <a16:creationId xmlns:a16="http://schemas.microsoft.com/office/drawing/2014/main" id="{7455E68D-7AFD-3501-75C7-E462ECBDFCB4}"/>
                  </a:ext>
                </a:extLst>
              </p:cNvPr>
              <p:cNvSpPr/>
              <p:nvPr/>
            </p:nvSpPr>
            <p:spPr>
              <a:xfrm rot="11382437">
                <a:off x="4022566" y="6069290"/>
                <a:ext cx="230153" cy="412688"/>
              </a:xfrm>
              <a:custGeom>
                <a:avLst/>
                <a:gdLst>
                  <a:gd name="connsiteX0" fmla="*/ 0 w 535709"/>
                  <a:gd name="connsiteY0" fmla="*/ 960581 h 960581"/>
                  <a:gd name="connsiteX1" fmla="*/ 46181 w 535709"/>
                  <a:gd name="connsiteY1" fmla="*/ 665018 h 960581"/>
                  <a:gd name="connsiteX2" fmla="*/ 138545 w 535709"/>
                  <a:gd name="connsiteY2" fmla="*/ 443345 h 960581"/>
                  <a:gd name="connsiteX3" fmla="*/ 286327 w 535709"/>
                  <a:gd name="connsiteY3" fmla="*/ 212436 h 960581"/>
                  <a:gd name="connsiteX4" fmla="*/ 535709 w 535709"/>
                  <a:gd name="connsiteY4" fmla="*/ 0 h 9605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5709" h="960581">
                    <a:moveTo>
                      <a:pt x="0" y="960581"/>
                    </a:moveTo>
                    <a:cubicBezTo>
                      <a:pt x="11545" y="855902"/>
                      <a:pt x="23090" y="751224"/>
                      <a:pt x="46181" y="665018"/>
                    </a:cubicBezTo>
                    <a:cubicBezTo>
                      <a:pt x="69272" y="578812"/>
                      <a:pt x="98521" y="518775"/>
                      <a:pt x="138545" y="443345"/>
                    </a:cubicBezTo>
                    <a:cubicBezTo>
                      <a:pt x="178569" y="367915"/>
                      <a:pt x="220133" y="286327"/>
                      <a:pt x="286327" y="212436"/>
                    </a:cubicBezTo>
                    <a:cubicBezTo>
                      <a:pt x="352521" y="138545"/>
                      <a:pt x="444115" y="69272"/>
                      <a:pt x="535709" y="0"/>
                    </a:cubicBezTo>
                  </a:path>
                </a:pathLst>
              </a:custGeom>
              <a:noFill/>
              <a:ln w="12700">
                <a:tailEnd type="triangle" w="sm" len="sm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ES"/>
              </a:p>
            </p:txBody>
          </p:sp>
        </p:grpSp>
        <p:sp>
          <p:nvSpPr>
            <p:cNvPr id="228" name="TextBox 227">
              <a:extLst>
                <a:ext uri="{FF2B5EF4-FFF2-40B4-BE49-F238E27FC236}">
                  <a16:creationId xmlns:a16="http://schemas.microsoft.com/office/drawing/2014/main" id="{6CF07BBC-3B80-5763-07A5-3E02D12FBC49}"/>
                </a:ext>
              </a:extLst>
            </p:cNvPr>
            <p:cNvSpPr txBox="1"/>
            <p:nvPr/>
          </p:nvSpPr>
          <p:spPr>
            <a:xfrm>
              <a:off x="2661148" y="6589845"/>
              <a:ext cx="1985070" cy="230832"/>
            </a:xfrm>
            <a:prstGeom prst="rect">
              <a:avLst/>
            </a:prstGeom>
            <a:noFill/>
            <a:effectLst>
              <a:glow rad="564939">
                <a:schemeClr val="accent1">
                  <a:alpha val="91000"/>
                </a:schemeClr>
              </a:glow>
            </a:effectLst>
          </p:spPr>
          <p:txBody>
            <a:bodyPr wrap="square" rtlCol="0">
              <a:spAutoFit/>
            </a:bodyPr>
            <a:lstStyle>
              <a:defPPr>
                <a:defRPr lang="en-ES"/>
              </a:defPPr>
              <a:lvl1pPr>
                <a:defRPr sz="1200" b="1">
                  <a:solidFill>
                    <a:srgbClr val="C00000"/>
                  </a:solidFill>
                  <a:effectLst>
                    <a:glow rad="178202">
                      <a:schemeClr val="bg1">
                        <a:alpha val="40000"/>
                      </a:schemeClr>
                    </a:glow>
                  </a:effectLst>
                  <a:latin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pPr algn="ctr"/>
              <a:r>
                <a:rPr lang="en-ES" sz="900" dirty="0">
                  <a:solidFill>
                    <a:schemeClr val="tx1"/>
                  </a:solidFill>
                  <a:effectLst>
                    <a:glow rad="63500">
                      <a:schemeClr val="bg1">
                        <a:alpha val="92000"/>
                      </a:schemeClr>
                    </a:glow>
                  </a:effectLst>
                </a:rPr>
                <a:t>Deficiente comunicación inter-escala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57991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>
                      <p:stCondLst>
                        <p:cond delay="indefinite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" grpId="0"/>
      <p:bldP spid="112" grpId="0"/>
      <p:bldP spid="113" grpId="0"/>
      <p:bldP spid="139" grpId="0" animBg="1"/>
      <p:bldP spid="140" grpId="0"/>
      <p:bldP spid="147" grpId="0" animBg="1"/>
      <p:bldP spid="160" grpId="0" animBg="1"/>
      <p:bldP spid="163" grpId="0"/>
      <p:bldP spid="164" grpId="0"/>
      <p:bldP spid="165" grpId="0"/>
      <p:bldP spid="168" grpId="0"/>
      <p:bldP spid="170" grpId="0"/>
      <p:bldP spid="166" grpId="0"/>
      <p:bldP spid="107" grpId="0"/>
      <p:bldP spid="153" grpId="0" animBg="1"/>
      <p:bldP spid="150" grpId="0" animBg="1"/>
      <p:bldP spid="167" grpId="0"/>
      <p:bldP spid="16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1844</TotalTime>
  <Words>110</Words>
  <Application>Microsoft Macintosh PowerPoint</Application>
  <PresentationFormat>Widescreen</PresentationFormat>
  <Paragraphs>56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Francisco Javier Bonet García</dc:creator>
  <cp:lastModifiedBy>Francisco Javier Bonet García</cp:lastModifiedBy>
  <cp:revision>57</cp:revision>
  <cp:lastPrinted>2026-03-25T17:23:18Z</cp:lastPrinted>
  <dcterms:created xsi:type="dcterms:W3CDTF">2026-03-17T18:10:52Z</dcterms:created>
  <dcterms:modified xsi:type="dcterms:W3CDTF">2026-03-25T17:24:35Z</dcterms:modified>
</cp:coreProperties>
</file>